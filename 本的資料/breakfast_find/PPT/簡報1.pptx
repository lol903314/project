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9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3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75" d="100"/>
          <a:sy n="75" d="100"/>
        </p:scale>
        <p:origin x="58" y="40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49509FF-98F1-4E1B-8270-90F3069045D4}" type="doc">
      <dgm:prSet loTypeId="urn:microsoft.com/office/officeart/2005/8/layout/hierarchy1" loCatId="hierarchy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E0CDE653-3E7C-46D1-B76A-0E84E2DAAC53}">
      <dgm:prSet/>
      <dgm:spPr/>
      <dgm:t>
        <a:bodyPr/>
        <a:lstStyle/>
        <a:p>
          <a:r>
            <a:rPr lang="zh-TW"/>
            <a:t>熱炒店線上點餐系統</a:t>
          </a:r>
          <a:endParaRPr lang="en-US"/>
        </a:p>
      </dgm:t>
    </dgm:pt>
    <dgm:pt modelId="{93CEE97B-35A1-47FA-936B-D2E62559FD73}" type="parTrans" cxnId="{9797B4DE-98DA-40C2-8359-A1864DA55864}">
      <dgm:prSet/>
      <dgm:spPr/>
      <dgm:t>
        <a:bodyPr/>
        <a:lstStyle/>
        <a:p>
          <a:endParaRPr lang="en-US"/>
        </a:p>
      </dgm:t>
    </dgm:pt>
    <dgm:pt modelId="{ECB9F15A-705F-4848-8323-AA50335D7FDD}" type="sibTrans" cxnId="{9797B4DE-98DA-40C2-8359-A1864DA55864}">
      <dgm:prSet/>
      <dgm:spPr/>
      <dgm:t>
        <a:bodyPr/>
        <a:lstStyle/>
        <a:p>
          <a:endParaRPr lang="en-US"/>
        </a:p>
      </dgm:t>
    </dgm:pt>
    <dgm:pt modelId="{05A47DB6-4913-4933-B8EC-9A477C4B4284}">
      <dgm:prSet/>
      <dgm:spPr/>
      <dgm:t>
        <a:bodyPr/>
        <a:lstStyle/>
        <a:p>
          <a:r>
            <a:rPr lang="zh-TW"/>
            <a:t>解決傳統餐廳尖峰時段點餐的 </a:t>
          </a:r>
          <a:r>
            <a:rPr lang="en-US"/>
            <a:t>Web </a:t>
          </a:r>
          <a:r>
            <a:rPr lang="zh-TW"/>
            <a:t>應用專案</a:t>
          </a:r>
          <a:endParaRPr lang="en-US"/>
        </a:p>
      </dgm:t>
    </dgm:pt>
    <dgm:pt modelId="{685E2673-11EA-467C-AC68-38C06E249352}" type="parTrans" cxnId="{23053175-EB38-4AB6-8A39-D90B2A7458D2}">
      <dgm:prSet/>
      <dgm:spPr/>
      <dgm:t>
        <a:bodyPr/>
        <a:lstStyle/>
        <a:p>
          <a:endParaRPr lang="en-US"/>
        </a:p>
      </dgm:t>
    </dgm:pt>
    <dgm:pt modelId="{84A070A1-D0DB-48F0-8A8A-883C60842F20}" type="sibTrans" cxnId="{23053175-EB38-4AB6-8A39-D90B2A7458D2}">
      <dgm:prSet/>
      <dgm:spPr/>
      <dgm:t>
        <a:bodyPr/>
        <a:lstStyle/>
        <a:p>
          <a:endParaRPr lang="en-US"/>
        </a:p>
      </dgm:t>
    </dgm:pt>
    <dgm:pt modelId="{157C6A9A-42D4-4657-B6F0-B5E6648E9785}" type="pres">
      <dgm:prSet presAssocID="{949509FF-98F1-4E1B-8270-90F3069045D4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40D3345F-4D5E-493B-9DCC-2BD478836B91}" type="pres">
      <dgm:prSet presAssocID="{E0CDE653-3E7C-46D1-B76A-0E84E2DAAC53}" presName="hierRoot1" presStyleCnt="0"/>
      <dgm:spPr/>
    </dgm:pt>
    <dgm:pt modelId="{1C5FCF53-A86F-4D60-B902-9C47DAA52D69}" type="pres">
      <dgm:prSet presAssocID="{E0CDE653-3E7C-46D1-B76A-0E84E2DAAC53}" presName="composite" presStyleCnt="0"/>
      <dgm:spPr/>
    </dgm:pt>
    <dgm:pt modelId="{1A8C567C-B63E-42B0-AF95-9AA60B699EFE}" type="pres">
      <dgm:prSet presAssocID="{E0CDE653-3E7C-46D1-B76A-0E84E2DAAC53}" presName="background" presStyleLbl="node0" presStyleIdx="0" presStyleCnt="2"/>
      <dgm:spPr/>
    </dgm:pt>
    <dgm:pt modelId="{99CEB7FE-4176-4A54-A14A-2FF8E7DD282B}" type="pres">
      <dgm:prSet presAssocID="{E0CDE653-3E7C-46D1-B76A-0E84E2DAAC53}" presName="text" presStyleLbl="fgAcc0" presStyleIdx="0" presStyleCnt="2">
        <dgm:presLayoutVars>
          <dgm:chPref val="3"/>
        </dgm:presLayoutVars>
      </dgm:prSet>
      <dgm:spPr/>
    </dgm:pt>
    <dgm:pt modelId="{F6DF3379-59B6-45A3-8176-99B259AF421F}" type="pres">
      <dgm:prSet presAssocID="{E0CDE653-3E7C-46D1-B76A-0E84E2DAAC53}" presName="hierChild2" presStyleCnt="0"/>
      <dgm:spPr/>
    </dgm:pt>
    <dgm:pt modelId="{481C6634-4CC8-4E87-AF3E-CF1AC92EB56C}" type="pres">
      <dgm:prSet presAssocID="{05A47DB6-4913-4933-B8EC-9A477C4B4284}" presName="hierRoot1" presStyleCnt="0"/>
      <dgm:spPr/>
    </dgm:pt>
    <dgm:pt modelId="{723761C8-49ED-45C2-AE8C-760240A84C44}" type="pres">
      <dgm:prSet presAssocID="{05A47DB6-4913-4933-B8EC-9A477C4B4284}" presName="composite" presStyleCnt="0"/>
      <dgm:spPr/>
    </dgm:pt>
    <dgm:pt modelId="{3C62355D-9152-4DA0-9800-225215932509}" type="pres">
      <dgm:prSet presAssocID="{05A47DB6-4913-4933-B8EC-9A477C4B4284}" presName="background" presStyleLbl="node0" presStyleIdx="1" presStyleCnt="2"/>
      <dgm:spPr/>
    </dgm:pt>
    <dgm:pt modelId="{68851685-04B3-405E-A9F3-0CFA03541F66}" type="pres">
      <dgm:prSet presAssocID="{05A47DB6-4913-4933-B8EC-9A477C4B4284}" presName="text" presStyleLbl="fgAcc0" presStyleIdx="1" presStyleCnt="2">
        <dgm:presLayoutVars>
          <dgm:chPref val="3"/>
        </dgm:presLayoutVars>
      </dgm:prSet>
      <dgm:spPr/>
    </dgm:pt>
    <dgm:pt modelId="{33CF7610-986C-49A5-A902-8C162264E74F}" type="pres">
      <dgm:prSet presAssocID="{05A47DB6-4913-4933-B8EC-9A477C4B4284}" presName="hierChild2" presStyleCnt="0"/>
      <dgm:spPr/>
    </dgm:pt>
  </dgm:ptLst>
  <dgm:cxnLst>
    <dgm:cxn modelId="{EB776905-193D-456F-BFBD-26D3063CEC4F}" type="presOf" srcId="{E0CDE653-3E7C-46D1-B76A-0E84E2DAAC53}" destId="{99CEB7FE-4176-4A54-A14A-2FF8E7DD282B}" srcOrd="0" destOrd="0" presId="urn:microsoft.com/office/officeart/2005/8/layout/hierarchy1"/>
    <dgm:cxn modelId="{30EC3F06-2E43-4D47-8599-2B15A4C4FE27}" type="presOf" srcId="{949509FF-98F1-4E1B-8270-90F3069045D4}" destId="{157C6A9A-42D4-4657-B6F0-B5E6648E9785}" srcOrd="0" destOrd="0" presId="urn:microsoft.com/office/officeart/2005/8/layout/hierarchy1"/>
    <dgm:cxn modelId="{E4DBD161-3A30-42B0-8F17-08ACFD978EFB}" type="presOf" srcId="{05A47DB6-4913-4933-B8EC-9A477C4B4284}" destId="{68851685-04B3-405E-A9F3-0CFA03541F66}" srcOrd="0" destOrd="0" presId="urn:microsoft.com/office/officeart/2005/8/layout/hierarchy1"/>
    <dgm:cxn modelId="{23053175-EB38-4AB6-8A39-D90B2A7458D2}" srcId="{949509FF-98F1-4E1B-8270-90F3069045D4}" destId="{05A47DB6-4913-4933-B8EC-9A477C4B4284}" srcOrd="1" destOrd="0" parTransId="{685E2673-11EA-467C-AC68-38C06E249352}" sibTransId="{84A070A1-D0DB-48F0-8A8A-883C60842F20}"/>
    <dgm:cxn modelId="{9797B4DE-98DA-40C2-8359-A1864DA55864}" srcId="{949509FF-98F1-4E1B-8270-90F3069045D4}" destId="{E0CDE653-3E7C-46D1-B76A-0E84E2DAAC53}" srcOrd="0" destOrd="0" parTransId="{93CEE97B-35A1-47FA-936B-D2E62559FD73}" sibTransId="{ECB9F15A-705F-4848-8323-AA50335D7FDD}"/>
    <dgm:cxn modelId="{6A3F30EF-7FEF-4EC2-9134-C4485C5CA372}" type="presParOf" srcId="{157C6A9A-42D4-4657-B6F0-B5E6648E9785}" destId="{40D3345F-4D5E-493B-9DCC-2BD478836B91}" srcOrd="0" destOrd="0" presId="urn:microsoft.com/office/officeart/2005/8/layout/hierarchy1"/>
    <dgm:cxn modelId="{24246834-4BAF-4D98-9987-240DD1546632}" type="presParOf" srcId="{40D3345F-4D5E-493B-9DCC-2BD478836B91}" destId="{1C5FCF53-A86F-4D60-B902-9C47DAA52D69}" srcOrd="0" destOrd="0" presId="urn:microsoft.com/office/officeart/2005/8/layout/hierarchy1"/>
    <dgm:cxn modelId="{9CC2A868-E32B-4D90-937A-117C05D4019B}" type="presParOf" srcId="{1C5FCF53-A86F-4D60-B902-9C47DAA52D69}" destId="{1A8C567C-B63E-42B0-AF95-9AA60B699EFE}" srcOrd="0" destOrd="0" presId="urn:microsoft.com/office/officeart/2005/8/layout/hierarchy1"/>
    <dgm:cxn modelId="{BB21D136-4E49-4CCE-AA4B-EB3B6E7A929D}" type="presParOf" srcId="{1C5FCF53-A86F-4D60-B902-9C47DAA52D69}" destId="{99CEB7FE-4176-4A54-A14A-2FF8E7DD282B}" srcOrd="1" destOrd="0" presId="urn:microsoft.com/office/officeart/2005/8/layout/hierarchy1"/>
    <dgm:cxn modelId="{F9158905-8373-4489-81CE-7D085DB6515B}" type="presParOf" srcId="{40D3345F-4D5E-493B-9DCC-2BD478836B91}" destId="{F6DF3379-59B6-45A3-8176-99B259AF421F}" srcOrd="1" destOrd="0" presId="urn:microsoft.com/office/officeart/2005/8/layout/hierarchy1"/>
    <dgm:cxn modelId="{5EE97F27-6E1D-469D-AB17-5C070109F739}" type="presParOf" srcId="{157C6A9A-42D4-4657-B6F0-B5E6648E9785}" destId="{481C6634-4CC8-4E87-AF3E-CF1AC92EB56C}" srcOrd="1" destOrd="0" presId="urn:microsoft.com/office/officeart/2005/8/layout/hierarchy1"/>
    <dgm:cxn modelId="{3C4E0B78-ECBE-49AB-A46F-2A9A4A6B85DD}" type="presParOf" srcId="{481C6634-4CC8-4E87-AF3E-CF1AC92EB56C}" destId="{723761C8-49ED-45C2-AE8C-760240A84C44}" srcOrd="0" destOrd="0" presId="urn:microsoft.com/office/officeart/2005/8/layout/hierarchy1"/>
    <dgm:cxn modelId="{2B6A7C03-D941-4E27-982A-28832B388CD9}" type="presParOf" srcId="{723761C8-49ED-45C2-AE8C-760240A84C44}" destId="{3C62355D-9152-4DA0-9800-225215932509}" srcOrd="0" destOrd="0" presId="urn:microsoft.com/office/officeart/2005/8/layout/hierarchy1"/>
    <dgm:cxn modelId="{C5E9531E-CFFE-45E9-AD5A-62AB40A1A288}" type="presParOf" srcId="{723761C8-49ED-45C2-AE8C-760240A84C44}" destId="{68851685-04B3-405E-A9F3-0CFA03541F66}" srcOrd="1" destOrd="0" presId="urn:microsoft.com/office/officeart/2005/8/layout/hierarchy1"/>
    <dgm:cxn modelId="{48A9D3CF-BC8F-468E-87AC-61DFF7C5BADB}" type="presParOf" srcId="{481C6634-4CC8-4E87-AF3E-CF1AC92EB56C}" destId="{33CF7610-986C-49A5-A902-8C162264E74F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C888194E-5F66-4078-AF06-4852941D08EB}" type="doc">
      <dgm:prSet loTypeId="urn:microsoft.com/office/officeart/2005/8/layout/vProcess5" loCatId="process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21E769F7-451D-4FC2-B93F-8E2105F1F7EF}">
      <dgm:prSet/>
      <dgm:spPr/>
      <dgm:t>
        <a:bodyPr/>
        <a:lstStyle/>
        <a:p>
          <a:r>
            <a:rPr lang="zh-TW"/>
            <a:t>解決問題背景</a:t>
          </a:r>
          <a:endParaRPr lang="en-US"/>
        </a:p>
      </dgm:t>
    </dgm:pt>
    <dgm:pt modelId="{64167898-4317-4A7D-A036-78675D2192C9}" type="parTrans" cxnId="{4A4D1799-DCB6-4F79-BA9F-9F43D3345CF6}">
      <dgm:prSet/>
      <dgm:spPr/>
      <dgm:t>
        <a:bodyPr/>
        <a:lstStyle/>
        <a:p>
          <a:endParaRPr lang="en-US"/>
        </a:p>
      </dgm:t>
    </dgm:pt>
    <dgm:pt modelId="{92E265CD-7FCB-4EE4-88BA-AACB36A67F15}" type="sibTrans" cxnId="{4A4D1799-DCB6-4F79-BA9F-9F43D3345CF6}">
      <dgm:prSet/>
      <dgm:spPr/>
      <dgm:t>
        <a:bodyPr/>
        <a:lstStyle/>
        <a:p>
          <a:endParaRPr lang="en-US"/>
        </a:p>
      </dgm:t>
    </dgm:pt>
    <dgm:pt modelId="{0D77C907-E160-4591-BA52-D39F2172A63A}">
      <dgm:prSet/>
      <dgm:spPr/>
      <dgm:t>
        <a:bodyPr/>
        <a:lstStyle/>
        <a:p>
          <a:r>
            <a:rPr lang="zh-TW"/>
            <a:t>模擬傳統餐廳在尖峰時段面臨的營運挑戰，包含電話接單困難與紙本點餐容易出錯等問題。</a:t>
          </a:r>
          <a:endParaRPr lang="en-US"/>
        </a:p>
      </dgm:t>
    </dgm:pt>
    <dgm:pt modelId="{343672A3-B9B7-4024-ACFE-8B55E5D52EDB}" type="parTrans" cxnId="{DEE4C375-397D-4421-A33B-D08C7BFC947B}">
      <dgm:prSet/>
      <dgm:spPr/>
      <dgm:t>
        <a:bodyPr/>
        <a:lstStyle/>
        <a:p>
          <a:endParaRPr lang="en-US"/>
        </a:p>
      </dgm:t>
    </dgm:pt>
    <dgm:pt modelId="{ADB8EEC9-0F2F-4345-9813-857E5F21702B}" type="sibTrans" cxnId="{DEE4C375-397D-4421-A33B-D08C7BFC947B}">
      <dgm:prSet/>
      <dgm:spPr/>
      <dgm:t>
        <a:bodyPr/>
        <a:lstStyle/>
        <a:p>
          <a:endParaRPr lang="en-US"/>
        </a:p>
      </dgm:t>
    </dgm:pt>
    <dgm:pt modelId="{CD15512B-E422-4F52-B407-6619B47AC223}">
      <dgm:prSet/>
      <dgm:spPr/>
      <dgm:t>
        <a:bodyPr/>
        <a:lstStyle/>
        <a:p>
          <a:r>
            <a:rPr lang="zh-TW"/>
            <a:t>透過開發</a:t>
          </a:r>
          <a:r>
            <a:rPr lang="en-US"/>
            <a:t>Web</a:t>
          </a:r>
          <a:r>
            <a:rPr lang="zh-TW"/>
            <a:t>介面協助顧客完成線上點餐流程，並提供店員端訂單管理功能，提升餐廳營運效率。</a:t>
          </a:r>
          <a:endParaRPr lang="en-US"/>
        </a:p>
      </dgm:t>
    </dgm:pt>
    <dgm:pt modelId="{60694420-9AB3-49F5-905C-2B4B20E0474F}" type="parTrans" cxnId="{A58C897B-6B48-4821-9978-7369337D2F76}">
      <dgm:prSet/>
      <dgm:spPr/>
      <dgm:t>
        <a:bodyPr/>
        <a:lstStyle/>
        <a:p>
          <a:endParaRPr lang="en-US"/>
        </a:p>
      </dgm:t>
    </dgm:pt>
    <dgm:pt modelId="{B8D997A6-1CB3-4A31-A328-8E6CEB77F5AB}" type="sibTrans" cxnId="{A58C897B-6B48-4821-9978-7369337D2F76}">
      <dgm:prSet/>
      <dgm:spPr/>
      <dgm:t>
        <a:bodyPr/>
        <a:lstStyle/>
        <a:p>
          <a:endParaRPr lang="en-US"/>
        </a:p>
      </dgm:t>
    </dgm:pt>
    <dgm:pt modelId="{B84BF1A0-EBBE-4E26-ACC3-0BF871F11F38}" type="pres">
      <dgm:prSet presAssocID="{C888194E-5F66-4078-AF06-4852941D08EB}" presName="outerComposite" presStyleCnt="0">
        <dgm:presLayoutVars>
          <dgm:chMax val="5"/>
          <dgm:dir/>
          <dgm:resizeHandles val="exact"/>
        </dgm:presLayoutVars>
      </dgm:prSet>
      <dgm:spPr/>
    </dgm:pt>
    <dgm:pt modelId="{B0EF6074-221F-4146-BB24-DF6B97CB69A0}" type="pres">
      <dgm:prSet presAssocID="{C888194E-5F66-4078-AF06-4852941D08EB}" presName="dummyMaxCanvas" presStyleCnt="0">
        <dgm:presLayoutVars/>
      </dgm:prSet>
      <dgm:spPr/>
    </dgm:pt>
    <dgm:pt modelId="{5F2A63C4-63D3-41F9-8EEA-231D0249CB0E}" type="pres">
      <dgm:prSet presAssocID="{C888194E-5F66-4078-AF06-4852941D08EB}" presName="ThreeNodes_1" presStyleLbl="node1" presStyleIdx="0" presStyleCnt="3">
        <dgm:presLayoutVars>
          <dgm:bulletEnabled val="1"/>
        </dgm:presLayoutVars>
      </dgm:prSet>
      <dgm:spPr/>
    </dgm:pt>
    <dgm:pt modelId="{36D75975-9F69-479C-9C34-A1BFF6F0746B}" type="pres">
      <dgm:prSet presAssocID="{C888194E-5F66-4078-AF06-4852941D08EB}" presName="ThreeNodes_2" presStyleLbl="node1" presStyleIdx="1" presStyleCnt="3">
        <dgm:presLayoutVars>
          <dgm:bulletEnabled val="1"/>
        </dgm:presLayoutVars>
      </dgm:prSet>
      <dgm:spPr/>
    </dgm:pt>
    <dgm:pt modelId="{BA576E53-80B5-4026-A362-72AAC2014021}" type="pres">
      <dgm:prSet presAssocID="{C888194E-5F66-4078-AF06-4852941D08EB}" presName="ThreeNodes_3" presStyleLbl="node1" presStyleIdx="2" presStyleCnt="3">
        <dgm:presLayoutVars>
          <dgm:bulletEnabled val="1"/>
        </dgm:presLayoutVars>
      </dgm:prSet>
      <dgm:spPr/>
    </dgm:pt>
    <dgm:pt modelId="{7FAEBEB4-83DA-49BB-B438-41F98CE8502D}" type="pres">
      <dgm:prSet presAssocID="{C888194E-5F66-4078-AF06-4852941D08EB}" presName="ThreeConn_1-2" presStyleLbl="fgAccFollowNode1" presStyleIdx="0" presStyleCnt="2">
        <dgm:presLayoutVars>
          <dgm:bulletEnabled val="1"/>
        </dgm:presLayoutVars>
      </dgm:prSet>
      <dgm:spPr/>
    </dgm:pt>
    <dgm:pt modelId="{C1DB57F7-609F-4EDE-9979-CBEA1171EF53}" type="pres">
      <dgm:prSet presAssocID="{C888194E-5F66-4078-AF06-4852941D08EB}" presName="ThreeConn_2-3" presStyleLbl="fgAccFollowNode1" presStyleIdx="1" presStyleCnt="2">
        <dgm:presLayoutVars>
          <dgm:bulletEnabled val="1"/>
        </dgm:presLayoutVars>
      </dgm:prSet>
      <dgm:spPr/>
    </dgm:pt>
    <dgm:pt modelId="{380F259F-3D0E-411C-92D6-F4FDCBF206A2}" type="pres">
      <dgm:prSet presAssocID="{C888194E-5F66-4078-AF06-4852941D08EB}" presName="ThreeNodes_1_text" presStyleLbl="node1" presStyleIdx="2" presStyleCnt="3">
        <dgm:presLayoutVars>
          <dgm:bulletEnabled val="1"/>
        </dgm:presLayoutVars>
      </dgm:prSet>
      <dgm:spPr/>
    </dgm:pt>
    <dgm:pt modelId="{0838EAC1-5171-44AF-A3BB-76794A888BFE}" type="pres">
      <dgm:prSet presAssocID="{C888194E-5F66-4078-AF06-4852941D08EB}" presName="ThreeNodes_2_text" presStyleLbl="node1" presStyleIdx="2" presStyleCnt="3">
        <dgm:presLayoutVars>
          <dgm:bulletEnabled val="1"/>
        </dgm:presLayoutVars>
      </dgm:prSet>
      <dgm:spPr/>
    </dgm:pt>
    <dgm:pt modelId="{A79A7043-BA55-467A-A04A-1917F7C30104}" type="pres">
      <dgm:prSet presAssocID="{C888194E-5F66-4078-AF06-4852941D08EB}" presName="ThreeNodes_3_text" presStyleLbl="node1" presStyleIdx="2" presStyleCnt="3">
        <dgm:presLayoutVars>
          <dgm:bulletEnabled val="1"/>
        </dgm:presLayoutVars>
      </dgm:prSet>
      <dgm:spPr/>
    </dgm:pt>
  </dgm:ptLst>
  <dgm:cxnLst>
    <dgm:cxn modelId="{695E7211-295E-4972-BD74-76E8ACC07D15}" type="presOf" srcId="{C888194E-5F66-4078-AF06-4852941D08EB}" destId="{B84BF1A0-EBBE-4E26-ACC3-0BF871F11F38}" srcOrd="0" destOrd="0" presId="urn:microsoft.com/office/officeart/2005/8/layout/vProcess5"/>
    <dgm:cxn modelId="{AC60692E-EA33-43AA-BEF3-98D35DAE6097}" type="presOf" srcId="{CD15512B-E422-4F52-B407-6619B47AC223}" destId="{BA576E53-80B5-4026-A362-72AAC2014021}" srcOrd="0" destOrd="0" presId="urn:microsoft.com/office/officeart/2005/8/layout/vProcess5"/>
    <dgm:cxn modelId="{D8144C63-8357-468F-9929-79D05A14E897}" type="presOf" srcId="{CD15512B-E422-4F52-B407-6619B47AC223}" destId="{A79A7043-BA55-467A-A04A-1917F7C30104}" srcOrd="1" destOrd="0" presId="urn:microsoft.com/office/officeart/2005/8/layout/vProcess5"/>
    <dgm:cxn modelId="{5452C043-9098-4D2F-8F3A-7225921CAB8C}" type="presOf" srcId="{0D77C907-E160-4591-BA52-D39F2172A63A}" destId="{0838EAC1-5171-44AF-A3BB-76794A888BFE}" srcOrd="1" destOrd="0" presId="urn:microsoft.com/office/officeart/2005/8/layout/vProcess5"/>
    <dgm:cxn modelId="{DEE4C375-397D-4421-A33B-D08C7BFC947B}" srcId="{C888194E-5F66-4078-AF06-4852941D08EB}" destId="{0D77C907-E160-4591-BA52-D39F2172A63A}" srcOrd="1" destOrd="0" parTransId="{343672A3-B9B7-4024-ACFE-8B55E5D52EDB}" sibTransId="{ADB8EEC9-0F2F-4345-9813-857E5F21702B}"/>
    <dgm:cxn modelId="{A58C897B-6B48-4821-9978-7369337D2F76}" srcId="{C888194E-5F66-4078-AF06-4852941D08EB}" destId="{CD15512B-E422-4F52-B407-6619B47AC223}" srcOrd="2" destOrd="0" parTransId="{60694420-9AB3-49F5-905C-2B4B20E0474F}" sibTransId="{B8D997A6-1CB3-4A31-A328-8E6CEB77F5AB}"/>
    <dgm:cxn modelId="{51235180-6F14-440D-89BC-8F077EA7621F}" type="presOf" srcId="{92E265CD-7FCB-4EE4-88BA-AACB36A67F15}" destId="{7FAEBEB4-83DA-49BB-B438-41F98CE8502D}" srcOrd="0" destOrd="0" presId="urn:microsoft.com/office/officeart/2005/8/layout/vProcess5"/>
    <dgm:cxn modelId="{4A4D1799-DCB6-4F79-BA9F-9F43D3345CF6}" srcId="{C888194E-5F66-4078-AF06-4852941D08EB}" destId="{21E769F7-451D-4FC2-B93F-8E2105F1F7EF}" srcOrd="0" destOrd="0" parTransId="{64167898-4317-4A7D-A036-78675D2192C9}" sibTransId="{92E265CD-7FCB-4EE4-88BA-AACB36A67F15}"/>
    <dgm:cxn modelId="{55865CB3-4959-432E-8D50-86E3C507DF56}" type="presOf" srcId="{21E769F7-451D-4FC2-B93F-8E2105F1F7EF}" destId="{380F259F-3D0E-411C-92D6-F4FDCBF206A2}" srcOrd="1" destOrd="0" presId="urn:microsoft.com/office/officeart/2005/8/layout/vProcess5"/>
    <dgm:cxn modelId="{036DF2E9-A227-491B-B1B3-D0543D7F7061}" type="presOf" srcId="{21E769F7-451D-4FC2-B93F-8E2105F1F7EF}" destId="{5F2A63C4-63D3-41F9-8EEA-231D0249CB0E}" srcOrd="0" destOrd="0" presId="urn:microsoft.com/office/officeart/2005/8/layout/vProcess5"/>
    <dgm:cxn modelId="{2312D6ED-1C56-4263-8B73-276F6A98A3FE}" type="presOf" srcId="{0D77C907-E160-4591-BA52-D39F2172A63A}" destId="{36D75975-9F69-479C-9C34-A1BFF6F0746B}" srcOrd="0" destOrd="0" presId="urn:microsoft.com/office/officeart/2005/8/layout/vProcess5"/>
    <dgm:cxn modelId="{1D71B6FF-21FB-4743-A06F-BEC64F0D7E15}" type="presOf" srcId="{ADB8EEC9-0F2F-4345-9813-857E5F21702B}" destId="{C1DB57F7-609F-4EDE-9979-CBEA1171EF53}" srcOrd="0" destOrd="0" presId="urn:microsoft.com/office/officeart/2005/8/layout/vProcess5"/>
    <dgm:cxn modelId="{0B9A53A2-CE42-47DF-883A-59FAC3C3B365}" type="presParOf" srcId="{B84BF1A0-EBBE-4E26-ACC3-0BF871F11F38}" destId="{B0EF6074-221F-4146-BB24-DF6B97CB69A0}" srcOrd="0" destOrd="0" presId="urn:microsoft.com/office/officeart/2005/8/layout/vProcess5"/>
    <dgm:cxn modelId="{7D22644A-82B2-4C13-BEAC-B6A9F3E28195}" type="presParOf" srcId="{B84BF1A0-EBBE-4E26-ACC3-0BF871F11F38}" destId="{5F2A63C4-63D3-41F9-8EEA-231D0249CB0E}" srcOrd="1" destOrd="0" presId="urn:microsoft.com/office/officeart/2005/8/layout/vProcess5"/>
    <dgm:cxn modelId="{C4E3E02E-236D-4C46-8C03-EAE9BBD89343}" type="presParOf" srcId="{B84BF1A0-EBBE-4E26-ACC3-0BF871F11F38}" destId="{36D75975-9F69-479C-9C34-A1BFF6F0746B}" srcOrd="2" destOrd="0" presId="urn:microsoft.com/office/officeart/2005/8/layout/vProcess5"/>
    <dgm:cxn modelId="{6B8B68A7-22C1-477A-A2FA-03425D8358D8}" type="presParOf" srcId="{B84BF1A0-EBBE-4E26-ACC3-0BF871F11F38}" destId="{BA576E53-80B5-4026-A362-72AAC2014021}" srcOrd="3" destOrd="0" presId="urn:microsoft.com/office/officeart/2005/8/layout/vProcess5"/>
    <dgm:cxn modelId="{00495826-C4AE-47DA-9E88-9D0313827F7B}" type="presParOf" srcId="{B84BF1A0-EBBE-4E26-ACC3-0BF871F11F38}" destId="{7FAEBEB4-83DA-49BB-B438-41F98CE8502D}" srcOrd="4" destOrd="0" presId="urn:microsoft.com/office/officeart/2005/8/layout/vProcess5"/>
    <dgm:cxn modelId="{106CBFC5-4BAC-470B-898B-C1AA1C0CBC75}" type="presParOf" srcId="{B84BF1A0-EBBE-4E26-ACC3-0BF871F11F38}" destId="{C1DB57F7-609F-4EDE-9979-CBEA1171EF53}" srcOrd="5" destOrd="0" presId="urn:microsoft.com/office/officeart/2005/8/layout/vProcess5"/>
    <dgm:cxn modelId="{D5C96E9F-202D-42FA-881E-57C22AAC6C40}" type="presParOf" srcId="{B84BF1A0-EBBE-4E26-ACC3-0BF871F11F38}" destId="{380F259F-3D0E-411C-92D6-F4FDCBF206A2}" srcOrd="6" destOrd="0" presId="urn:microsoft.com/office/officeart/2005/8/layout/vProcess5"/>
    <dgm:cxn modelId="{A8C975AC-0F61-4A8B-A2C0-A642B440CF68}" type="presParOf" srcId="{B84BF1A0-EBBE-4E26-ACC3-0BF871F11F38}" destId="{0838EAC1-5171-44AF-A3BB-76794A888BFE}" srcOrd="7" destOrd="0" presId="urn:microsoft.com/office/officeart/2005/8/layout/vProcess5"/>
    <dgm:cxn modelId="{A972EA99-9449-4E59-8E33-781042DF83DD}" type="presParOf" srcId="{B84BF1A0-EBBE-4E26-ACC3-0BF871F11F38}" destId="{A79A7043-BA55-467A-A04A-1917F7C30104}" srcOrd="8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63E0F591-6182-4073-8C89-2CA3B462D571}" type="doc">
      <dgm:prSet loTypeId="urn:microsoft.com/office/officeart/2005/8/layout/vList2" loCatId="list" qsTypeId="urn:microsoft.com/office/officeart/2005/8/quickstyle/simple4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76ADC299-5F59-4840-A3E5-F91BB47BB9F2}">
      <dgm:prSet/>
      <dgm:spPr/>
      <dgm:t>
        <a:bodyPr/>
        <a:lstStyle/>
        <a:p>
          <a:r>
            <a:rPr lang="en-US" dirty="0"/>
            <a:t>Python Flask</a:t>
          </a:r>
        </a:p>
      </dgm:t>
    </dgm:pt>
    <dgm:pt modelId="{1E1263AD-2CE2-4903-B692-3EC193B2F2EB}" type="parTrans" cxnId="{D8F950D6-8CC8-498A-96C8-BABEBE277FB0}">
      <dgm:prSet/>
      <dgm:spPr/>
      <dgm:t>
        <a:bodyPr/>
        <a:lstStyle/>
        <a:p>
          <a:endParaRPr lang="en-US"/>
        </a:p>
      </dgm:t>
    </dgm:pt>
    <dgm:pt modelId="{4663F9AD-6BF2-40ED-AE4A-3790315B6C27}" type="sibTrans" cxnId="{D8F950D6-8CC8-498A-96C8-BABEBE277FB0}">
      <dgm:prSet/>
      <dgm:spPr/>
      <dgm:t>
        <a:bodyPr/>
        <a:lstStyle/>
        <a:p>
          <a:endParaRPr lang="en-US"/>
        </a:p>
      </dgm:t>
    </dgm:pt>
    <dgm:pt modelId="{7E0AA619-0296-4841-AD47-250A7E3B23A4}">
      <dgm:prSet/>
      <dgm:spPr/>
      <dgm:t>
        <a:bodyPr/>
        <a:lstStyle/>
        <a:p>
          <a:r>
            <a:rPr lang="en-US" dirty="0"/>
            <a:t>CSS</a:t>
          </a:r>
        </a:p>
      </dgm:t>
    </dgm:pt>
    <dgm:pt modelId="{AD3D32BC-071A-4130-92D3-F63E9CEE9828}" type="parTrans" cxnId="{BBEE5394-CABD-400A-83A8-C95F6EDC8134}">
      <dgm:prSet/>
      <dgm:spPr/>
      <dgm:t>
        <a:bodyPr/>
        <a:lstStyle/>
        <a:p>
          <a:endParaRPr lang="en-US"/>
        </a:p>
      </dgm:t>
    </dgm:pt>
    <dgm:pt modelId="{53BD0DF8-92E0-4E27-8E60-E9DBB658400E}" type="sibTrans" cxnId="{BBEE5394-CABD-400A-83A8-C95F6EDC8134}">
      <dgm:prSet/>
      <dgm:spPr/>
      <dgm:t>
        <a:bodyPr/>
        <a:lstStyle/>
        <a:p>
          <a:endParaRPr lang="en-US"/>
        </a:p>
      </dgm:t>
    </dgm:pt>
    <dgm:pt modelId="{2D4FA2CA-4597-4489-9516-7482093DCA03}">
      <dgm:prSet/>
      <dgm:spPr/>
      <dgm:t>
        <a:bodyPr/>
        <a:lstStyle/>
        <a:p>
          <a:r>
            <a:rPr lang="zh-TW"/>
            <a:t>後端框架與路由管理</a:t>
          </a:r>
          <a:endParaRPr lang="en-US"/>
        </a:p>
      </dgm:t>
    </dgm:pt>
    <dgm:pt modelId="{3E0A6157-690A-4FD0-80B7-14C4A0A21CEB}" type="parTrans" cxnId="{695F73B3-40DC-42B1-8A0D-0B89DE19E25D}">
      <dgm:prSet/>
      <dgm:spPr/>
      <dgm:t>
        <a:bodyPr/>
        <a:lstStyle/>
        <a:p>
          <a:endParaRPr lang="en-US"/>
        </a:p>
      </dgm:t>
    </dgm:pt>
    <dgm:pt modelId="{DE0C30B1-0F85-4EF0-B179-C73D4989F823}" type="sibTrans" cxnId="{695F73B3-40DC-42B1-8A0D-0B89DE19E25D}">
      <dgm:prSet/>
      <dgm:spPr/>
      <dgm:t>
        <a:bodyPr/>
        <a:lstStyle/>
        <a:p>
          <a:endParaRPr lang="en-US"/>
        </a:p>
      </dgm:t>
    </dgm:pt>
    <dgm:pt modelId="{47E34CAA-155B-4E80-BE4D-357211E491FF}">
      <dgm:prSet/>
      <dgm:spPr/>
      <dgm:t>
        <a:bodyPr/>
        <a:lstStyle/>
        <a:p>
          <a:r>
            <a:rPr lang="en-US"/>
            <a:t>SQLite</a:t>
          </a:r>
        </a:p>
      </dgm:t>
    </dgm:pt>
    <dgm:pt modelId="{6521E76D-F195-4569-AE86-690B8C046D86}" type="parTrans" cxnId="{AF5E9702-3812-4995-AAAF-4C8AA492901E}">
      <dgm:prSet/>
      <dgm:spPr/>
      <dgm:t>
        <a:bodyPr/>
        <a:lstStyle/>
        <a:p>
          <a:endParaRPr lang="en-US"/>
        </a:p>
      </dgm:t>
    </dgm:pt>
    <dgm:pt modelId="{A430E342-ED7D-44CA-99B2-64C34CB8A9A9}" type="sibTrans" cxnId="{AF5E9702-3812-4995-AAAF-4C8AA492901E}">
      <dgm:prSet/>
      <dgm:spPr/>
      <dgm:t>
        <a:bodyPr/>
        <a:lstStyle/>
        <a:p>
          <a:endParaRPr lang="en-US"/>
        </a:p>
      </dgm:t>
    </dgm:pt>
    <dgm:pt modelId="{6037B04B-5201-433D-BD16-FF7654BC65DE}">
      <dgm:prSet/>
      <dgm:spPr/>
      <dgm:t>
        <a:bodyPr/>
        <a:lstStyle/>
        <a:p>
          <a:r>
            <a:rPr lang="zh-TW"/>
            <a:t>資料儲存與管理</a:t>
          </a:r>
          <a:endParaRPr lang="en-US"/>
        </a:p>
      </dgm:t>
    </dgm:pt>
    <dgm:pt modelId="{C6059ED0-0DB1-48CA-A731-B868D013406C}" type="parTrans" cxnId="{DC145EBA-F144-4618-98C7-F5630394A7D2}">
      <dgm:prSet/>
      <dgm:spPr/>
      <dgm:t>
        <a:bodyPr/>
        <a:lstStyle/>
        <a:p>
          <a:endParaRPr lang="en-US"/>
        </a:p>
      </dgm:t>
    </dgm:pt>
    <dgm:pt modelId="{438B64C1-423B-4DBC-80A3-08AFE1147A86}" type="sibTrans" cxnId="{DC145EBA-F144-4618-98C7-F5630394A7D2}">
      <dgm:prSet/>
      <dgm:spPr/>
      <dgm:t>
        <a:bodyPr/>
        <a:lstStyle/>
        <a:p>
          <a:endParaRPr lang="en-US"/>
        </a:p>
      </dgm:t>
    </dgm:pt>
    <dgm:pt modelId="{21E70563-CE60-486B-808F-62CC2C4C7E6E}">
      <dgm:prSet/>
      <dgm:spPr/>
      <dgm:t>
        <a:bodyPr/>
        <a:lstStyle/>
        <a:p>
          <a:r>
            <a:rPr lang="en-US"/>
            <a:t>Jinja2 + JS</a:t>
          </a:r>
        </a:p>
      </dgm:t>
    </dgm:pt>
    <dgm:pt modelId="{E5FC63E7-5E2C-4EA9-8D79-0D244467F0C7}" type="parTrans" cxnId="{75DF4393-A85F-4688-B7A4-1719CAE11A43}">
      <dgm:prSet/>
      <dgm:spPr/>
      <dgm:t>
        <a:bodyPr/>
        <a:lstStyle/>
        <a:p>
          <a:endParaRPr lang="en-US"/>
        </a:p>
      </dgm:t>
    </dgm:pt>
    <dgm:pt modelId="{BC89DF64-15C0-4C0B-A5DB-B094BAE42204}" type="sibTrans" cxnId="{75DF4393-A85F-4688-B7A4-1719CAE11A43}">
      <dgm:prSet/>
      <dgm:spPr/>
      <dgm:t>
        <a:bodyPr/>
        <a:lstStyle/>
        <a:p>
          <a:endParaRPr lang="en-US"/>
        </a:p>
      </dgm:t>
    </dgm:pt>
    <dgm:pt modelId="{E044199F-FF8F-4171-8097-C520452F1ED8}" type="pres">
      <dgm:prSet presAssocID="{63E0F591-6182-4073-8C89-2CA3B462D571}" presName="linear" presStyleCnt="0">
        <dgm:presLayoutVars>
          <dgm:animLvl val="lvl"/>
          <dgm:resizeHandles val="exact"/>
        </dgm:presLayoutVars>
      </dgm:prSet>
      <dgm:spPr/>
    </dgm:pt>
    <dgm:pt modelId="{0A8F9FCA-2BE6-46D5-8B2A-D4CC49C530AC}" type="pres">
      <dgm:prSet presAssocID="{76ADC299-5F59-4840-A3E5-F91BB47BB9F2}" presName="parentText" presStyleLbl="node1" presStyleIdx="0" presStyleCnt="6">
        <dgm:presLayoutVars>
          <dgm:chMax val="0"/>
          <dgm:bulletEnabled val="1"/>
        </dgm:presLayoutVars>
      </dgm:prSet>
      <dgm:spPr/>
    </dgm:pt>
    <dgm:pt modelId="{F9C0E2FF-675F-4C84-920A-80A2A4E11F75}" type="pres">
      <dgm:prSet presAssocID="{4663F9AD-6BF2-40ED-AE4A-3790315B6C27}" presName="spacer" presStyleCnt="0"/>
      <dgm:spPr/>
    </dgm:pt>
    <dgm:pt modelId="{89BD203A-FCEF-47D3-AEFA-54FD57EB1C8C}" type="pres">
      <dgm:prSet presAssocID="{7E0AA619-0296-4841-AD47-250A7E3B23A4}" presName="parentText" presStyleLbl="node1" presStyleIdx="1" presStyleCnt="6" custLinFactNeighborX="-8043" custLinFactNeighborY="23938">
        <dgm:presLayoutVars>
          <dgm:chMax val="0"/>
          <dgm:bulletEnabled val="1"/>
        </dgm:presLayoutVars>
      </dgm:prSet>
      <dgm:spPr/>
    </dgm:pt>
    <dgm:pt modelId="{B84D23EB-CEB9-4BFA-9015-D38BD6084C2F}" type="pres">
      <dgm:prSet presAssocID="{53BD0DF8-92E0-4E27-8E60-E9DBB658400E}" presName="spacer" presStyleCnt="0"/>
      <dgm:spPr/>
    </dgm:pt>
    <dgm:pt modelId="{22BFD369-0E31-4FFD-AE20-F74583E144DA}" type="pres">
      <dgm:prSet presAssocID="{2D4FA2CA-4597-4489-9516-7482093DCA03}" presName="parentText" presStyleLbl="node1" presStyleIdx="2" presStyleCnt="6">
        <dgm:presLayoutVars>
          <dgm:chMax val="0"/>
          <dgm:bulletEnabled val="1"/>
        </dgm:presLayoutVars>
      </dgm:prSet>
      <dgm:spPr/>
    </dgm:pt>
    <dgm:pt modelId="{26E93D40-0B17-43AE-99FF-0D870938F9B2}" type="pres">
      <dgm:prSet presAssocID="{DE0C30B1-0F85-4EF0-B179-C73D4989F823}" presName="spacer" presStyleCnt="0"/>
      <dgm:spPr/>
    </dgm:pt>
    <dgm:pt modelId="{8725B386-13B9-48AC-94D6-2AD5634DA655}" type="pres">
      <dgm:prSet presAssocID="{47E34CAA-155B-4E80-BE4D-357211E491FF}" presName="parentText" presStyleLbl="node1" presStyleIdx="3" presStyleCnt="6">
        <dgm:presLayoutVars>
          <dgm:chMax val="0"/>
          <dgm:bulletEnabled val="1"/>
        </dgm:presLayoutVars>
      </dgm:prSet>
      <dgm:spPr/>
    </dgm:pt>
    <dgm:pt modelId="{1B539468-FE29-48A6-963D-079A229DE972}" type="pres">
      <dgm:prSet presAssocID="{A430E342-ED7D-44CA-99B2-64C34CB8A9A9}" presName="spacer" presStyleCnt="0"/>
      <dgm:spPr/>
    </dgm:pt>
    <dgm:pt modelId="{C7124B54-D1D6-453C-9C16-110C98150144}" type="pres">
      <dgm:prSet presAssocID="{6037B04B-5201-433D-BD16-FF7654BC65DE}" presName="parentText" presStyleLbl="node1" presStyleIdx="4" presStyleCnt="6">
        <dgm:presLayoutVars>
          <dgm:chMax val="0"/>
          <dgm:bulletEnabled val="1"/>
        </dgm:presLayoutVars>
      </dgm:prSet>
      <dgm:spPr/>
    </dgm:pt>
    <dgm:pt modelId="{394052AC-B16A-44F7-85B3-45782D4B482C}" type="pres">
      <dgm:prSet presAssocID="{438B64C1-423B-4DBC-80A3-08AFE1147A86}" presName="spacer" presStyleCnt="0"/>
      <dgm:spPr/>
    </dgm:pt>
    <dgm:pt modelId="{9E0317B1-711C-4009-918D-2E7CEE687C4B}" type="pres">
      <dgm:prSet presAssocID="{21E70563-CE60-486B-808F-62CC2C4C7E6E}" presName="parentText" presStyleLbl="node1" presStyleIdx="5" presStyleCnt="6">
        <dgm:presLayoutVars>
          <dgm:chMax val="0"/>
          <dgm:bulletEnabled val="1"/>
        </dgm:presLayoutVars>
      </dgm:prSet>
      <dgm:spPr/>
    </dgm:pt>
  </dgm:ptLst>
  <dgm:cxnLst>
    <dgm:cxn modelId="{AF5E9702-3812-4995-AAAF-4C8AA492901E}" srcId="{63E0F591-6182-4073-8C89-2CA3B462D571}" destId="{47E34CAA-155B-4E80-BE4D-357211E491FF}" srcOrd="3" destOrd="0" parTransId="{6521E76D-F195-4569-AE86-690B8C046D86}" sibTransId="{A430E342-ED7D-44CA-99B2-64C34CB8A9A9}"/>
    <dgm:cxn modelId="{1260C35B-B0E4-44F9-ABAC-3B6EC0FF0701}" type="presOf" srcId="{6037B04B-5201-433D-BD16-FF7654BC65DE}" destId="{C7124B54-D1D6-453C-9C16-110C98150144}" srcOrd="0" destOrd="0" presId="urn:microsoft.com/office/officeart/2005/8/layout/vList2"/>
    <dgm:cxn modelId="{9FD37A64-5AF0-4A4F-9710-7111FFD69C36}" type="presOf" srcId="{7E0AA619-0296-4841-AD47-250A7E3B23A4}" destId="{89BD203A-FCEF-47D3-AEFA-54FD57EB1C8C}" srcOrd="0" destOrd="0" presId="urn:microsoft.com/office/officeart/2005/8/layout/vList2"/>
    <dgm:cxn modelId="{432B9C74-81E9-48DB-BD48-2E01013898CE}" type="presOf" srcId="{21E70563-CE60-486B-808F-62CC2C4C7E6E}" destId="{9E0317B1-711C-4009-918D-2E7CEE687C4B}" srcOrd="0" destOrd="0" presId="urn:microsoft.com/office/officeart/2005/8/layout/vList2"/>
    <dgm:cxn modelId="{75DF4393-A85F-4688-B7A4-1719CAE11A43}" srcId="{63E0F591-6182-4073-8C89-2CA3B462D571}" destId="{21E70563-CE60-486B-808F-62CC2C4C7E6E}" srcOrd="5" destOrd="0" parTransId="{E5FC63E7-5E2C-4EA9-8D79-0D244467F0C7}" sibTransId="{BC89DF64-15C0-4C0B-A5DB-B094BAE42204}"/>
    <dgm:cxn modelId="{BBEE5394-CABD-400A-83A8-C95F6EDC8134}" srcId="{63E0F591-6182-4073-8C89-2CA3B462D571}" destId="{7E0AA619-0296-4841-AD47-250A7E3B23A4}" srcOrd="1" destOrd="0" parTransId="{AD3D32BC-071A-4130-92D3-F63E9CEE9828}" sibTransId="{53BD0DF8-92E0-4E27-8E60-E9DBB658400E}"/>
    <dgm:cxn modelId="{130D07A9-DECD-4D25-91AA-9FC61DA96DDE}" type="presOf" srcId="{2D4FA2CA-4597-4489-9516-7482093DCA03}" destId="{22BFD369-0E31-4FFD-AE20-F74583E144DA}" srcOrd="0" destOrd="0" presId="urn:microsoft.com/office/officeart/2005/8/layout/vList2"/>
    <dgm:cxn modelId="{B37D88AC-EB8D-4CC3-B3E4-789B097EDDFF}" type="presOf" srcId="{76ADC299-5F59-4840-A3E5-F91BB47BB9F2}" destId="{0A8F9FCA-2BE6-46D5-8B2A-D4CC49C530AC}" srcOrd="0" destOrd="0" presId="urn:microsoft.com/office/officeart/2005/8/layout/vList2"/>
    <dgm:cxn modelId="{695F73B3-40DC-42B1-8A0D-0B89DE19E25D}" srcId="{63E0F591-6182-4073-8C89-2CA3B462D571}" destId="{2D4FA2CA-4597-4489-9516-7482093DCA03}" srcOrd="2" destOrd="0" parTransId="{3E0A6157-690A-4FD0-80B7-14C4A0A21CEB}" sibTransId="{DE0C30B1-0F85-4EF0-B179-C73D4989F823}"/>
    <dgm:cxn modelId="{DC145EBA-F144-4618-98C7-F5630394A7D2}" srcId="{63E0F591-6182-4073-8C89-2CA3B462D571}" destId="{6037B04B-5201-433D-BD16-FF7654BC65DE}" srcOrd="4" destOrd="0" parTransId="{C6059ED0-0DB1-48CA-A731-B868D013406C}" sibTransId="{438B64C1-423B-4DBC-80A3-08AFE1147A86}"/>
    <dgm:cxn modelId="{D8F950D6-8CC8-498A-96C8-BABEBE277FB0}" srcId="{63E0F591-6182-4073-8C89-2CA3B462D571}" destId="{76ADC299-5F59-4840-A3E5-F91BB47BB9F2}" srcOrd="0" destOrd="0" parTransId="{1E1263AD-2CE2-4903-B692-3EC193B2F2EB}" sibTransId="{4663F9AD-6BF2-40ED-AE4A-3790315B6C27}"/>
    <dgm:cxn modelId="{D49C5DDA-5528-4A04-998B-5BF3D3A214F2}" type="presOf" srcId="{47E34CAA-155B-4E80-BE4D-357211E491FF}" destId="{8725B386-13B9-48AC-94D6-2AD5634DA655}" srcOrd="0" destOrd="0" presId="urn:microsoft.com/office/officeart/2005/8/layout/vList2"/>
    <dgm:cxn modelId="{9A54E7ED-2144-4583-979A-5F6053946D03}" type="presOf" srcId="{63E0F591-6182-4073-8C89-2CA3B462D571}" destId="{E044199F-FF8F-4171-8097-C520452F1ED8}" srcOrd="0" destOrd="0" presId="urn:microsoft.com/office/officeart/2005/8/layout/vList2"/>
    <dgm:cxn modelId="{18832276-F466-45B9-A276-FBDF0175B25F}" type="presParOf" srcId="{E044199F-FF8F-4171-8097-C520452F1ED8}" destId="{0A8F9FCA-2BE6-46D5-8B2A-D4CC49C530AC}" srcOrd="0" destOrd="0" presId="urn:microsoft.com/office/officeart/2005/8/layout/vList2"/>
    <dgm:cxn modelId="{36D0FB05-64C6-4C65-9507-99901556EED0}" type="presParOf" srcId="{E044199F-FF8F-4171-8097-C520452F1ED8}" destId="{F9C0E2FF-675F-4C84-920A-80A2A4E11F75}" srcOrd="1" destOrd="0" presId="urn:microsoft.com/office/officeart/2005/8/layout/vList2"/>
    <dgm:cxn modelId="{46FF4880-7D66-4393-BB63-5574AC88E7AA}" type="presParOf" srcId="{E044199F-FF8F-4171-8097-C520452F1ED8}" destId="{89BD203A-FCEF-47D3-AEFA-54FD57EB1C8C}" srcOrd="2" destOrd="0" presId="urn:microsoft.com/office/officeart/2005/8/layout/vList2"/>
    <dgm:cxn modelId="{48A18EF3-FE09-4DE0-B330-C2A0060BFD18}" type="presParOf" srcId="{E044199F-FF8F-4171-8097-C520452F1ED8}" destId="{B84D23EB-CEB9-4BFA-9015-D38BD6084C2F}" srcOrd="3" destOrd="0" presId="urn:microsoft.com/office/officeart/2005/8/layout/vList2"/>
    <dgm:cxn modelId="{5E5A29E4-807C-4750-917E-194382432D07}" type="presParOf" srcId="{E044199F-FF8F-4171-8097-C520452F1ED8}" destId="{22BFD369-0E31-4FFD-AE20-F74583E144DA}" srcOrd="4" destOrd="0" presId="urn:microsoft.com/office/officeart/2005/8/layout/vList2"/>
    <dgm:cxn modelId="{37BFB9B2-800C-4235-8672-87A15DC65D97}" type="presParOf" srcId="{E044199F-FF8F-4171-8097-C520452F1ED8}" destId="{26E93D40-0B17-43AE-99FF-0D870938F9B2}" srcOrd="5" destOrd="0" presId="urn:microsoft.com/office/officeart/2005/8/layout/vList2"/>
    <dgm:cxn modelId="{AC8820D9-D00A-428F-BDCE-C7B08779E0E2}" type="presParOf" srcId="{E044199F-FF8F-4171-8097-C520452F1ED8}" destId="{8725B386-13B9-48AC-94D6-2AD5634DA655}" srcOrd="6" destOrd="0" presId="urn:microsoft.com/office/officeart/2005/8/layout/vList2"/>
    <dgm:cxn modelId="{5F863D1D-D3C6-4A99-8276-67BD6E7D7D10}" type="presParOf" srcId="{E044199F-FF8F-4171-8097-C520452F1ED8}" destId="{1B539468-FE29-48A6-963D-079A229DE972}" srcOrd="7" destOrd="0" presId="urn:microsoft.com/office/officeart/2005/8/layout/vList2"/>
    <dgm:cxn modelId="{3A657791-8BA8-4266-8FC2-83950A699EE5}" type="presParOf" srcId="{E044199F-FF8F-4171-8097-C520452F1ED8}" destId="{C7124B54-D1D6-453C-9C16-110C98150144}" srcOrd="8" destOrd="0" presId="urn:microsoft.com/office/officeart/2005/8/layout/vList2"/>
    <dgm:cxn modelId="{4D36B552-D9DB-40C2-9AFE-CF10FAD84250}" type="presParOf" srcId="{E044199F-FF8F-4171-8097-C520452F1ED8}" destId="{394052AC-B16A-44F7-85B3-45782D4B482C}" srcOrd="9" destOrd="0" presId="urn:microsoft.com/office/officeart/2005/8/layout/vList2"/>
    <dgm:cxn modelId="{52E45958-B1DD-44A3-90E9-76EC96FBB062}" type="presParOf" srcId="{E044199F-FF8F-4171-8097-C520452F1ED8}" destId="{9E0317B1-711C-4009-918D-2E7CEE687C4B}" srcOrd="1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7941B854-1CA3-46C1-9EB7-31A9AD507C84}" type="doc">
      <dgm:prSet loTypeId="urn:microsoft.com/office/officeart/2005/8/layout/process5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D8AC3922-6154-4118-B7B0-B9B6A9A0AB28}">
      <dgm:prSet/>
      <dgm:spPr/>
      <dgm:t>
        <a:bodyPr/>
        <a:lstStyle/>
        <a:p>
          <a:r>
            <a:rPr lang="zh-TW"/>
            <a:t>前端實作</a:t>
          </a:r>
          <a:endParaRPr lang="en-US"/>
        </a:p>
      </dgm:t>
    </dgm:pt>
    <dgm:pt modelId="{324A9137-F08B-4494-AC4B-CFDA1AFA5938}" type="parTrans" cxnId="{97EF3FC7-4CC1-4A04-9228-0148813D10A6}">
      <dgm:prSet/>
      <dgm:spPr/>
      <dgm:t>
        <a:bodyPr/>
        <a:lstStyle/>
        <a:p>
          <a:endParaRPr lang="en-US"/>
        </a:p>
      </dgm:t>
    </dgm:pt>
    <dgm:pt modelId="{F6941A53-2E7A-4EED-9822-570C57B2C6B5}" type="sibTrans" cxnId="{97EF3FC7-4CC1-4A04-9228-0148813D10A6}">
      <dgm:prSet/>
      <dgm:spPr/>
      <dgm:t>
        <a:bodyPr/>
        <a:lstStyle/>
        <a:p>
          <a:endParaRPr lang="en-US"/>
        </a:p>
      </dgm:t>
    </dgm:pt>
    <dgm:pt modelId="{6FBF8803-04CF-4274-98D6-3816F7AF7D38}">
      <dgm:prSet/>
      <dgm:spPr/>
      <dgm:t>
        <a:bodyPr/>
        <a:lstStyle/>
        <a:p>
          <a:r>
            <a:rPr lang="en-US" dirty="0"/>
            <a:t>Jinja2</a:t>
          </a:r>
          <a:r>
            <a:rPr lang="zh-TW" dirty="0"/>
            <a:t>模板呈現動態頁面內容</a:t>
          </a:r>
          <a:endParaRPr lang="en-US" dirty="0"/>
        </a:p>
      </dgm:t>
    </dgm:pt>
    <dgm:pt modelId="{AA180283-C6CB-4689-BF6A-25F2C50BCC1B}" type="parTrans" cxnId="{F1DF73CF-17C3-498D-BB7B-6753F81F5EBE}">
      <dgm:prSet/>
      <dgm:spPr/>
      <dgm:t>
        <a:bodyPr/>
        <a:lstStyle/>
        <a:p>
          <a:endParaRPr lang="en-US"/>
        </a:p>
      </dgm:t>
    </dgm:pt>
    <dgm:pt modelId="{3DB3FC77-E422-4A9A-A9C2-79E2C32E4834}" type="sibTrans" cxnId="{F1DF73CF-17C3-498D-BB7B-6753F81F5EBE}">
      <dgm:prSet/>
      <dgm:spPr/>
      <dgm:t>
        <a:bodyPr/>
        <a:lstStyle/>
        <a:p>
          <a:endParaRPr lang="en-US"/>
        </a:p>
      </dgm:t>
    </dgm:pt>
    <dgm:pt modelId="{587BCB59-842C-4940-A8A3-661D59742202}">
      <dgm:prSet/>
      <dgm:spPr/>
      <dgm:t>
        <a:bodyPr/>
        <a:lstStyle/>
        <a:p>
          <a:r>
            <a:rPr lang="en-US" dirty="0"/>
            <a:t>JavaScript</a:t>
          </a:r>
          <a:r>
            <a:rPr lang="zh-TW" dirty="0"/>
            <a:t>實作購物車互動功能</a:t>
          </a:r>
          <a:endParaRPr lang="en-US" dirty="0"/>
        </a:p>
      </dgm:t>
    </dgm:pt>
    <dgm:pt modelId="{1B26DEF1-75E6-4FFA-BF4B-5229804A5119}" type="parTrans" cxnId="{A8EB2E1D-F922-4E13-9E26-02351E84A080}">
      <dgm:prSet/>
      <dgm:spPr/>
      <dgm:t>
        <a:bodyPr/>
        <a:lstStyle/>
        <a:p>
          <a:endParaRPr lang="en-US"/>
        </a:p>
      </dgm:t>
    </dgm:pt>
    <dgm:pt modelId="{640BF964-620F-43DE-8917-73F15793504E}" type="sibTrans" cxnId="{A8EB2E1D-F922-4E13-9E26-02351E84A080}">
      <dgm:prSet/>
      <dgm:spPr/>
      <dgm:t>
        <a:bodyPr/>
        <a:lstStyle/>
        <a:p>
          <a:endParaRPr lang="en-US"/>
        </a:p>
      </dgm:t>
    </dgm:pt>
    <dgm:pt modelId="{E9BD46B5-32C4-4F03-9014-E2A8B6BDE568}">
      <dgm:prSet/>
      <dgm:spPr/>
      <dgm:t>
        <a:bodyPr/>
        <a:lstStyle/>
        <a:p>
          <a:r>
            <a:rPr lang="zh-TW"/>
            <a:t>即時金額計算與數量調整</a:t>
          </a:r>
          <a:endParaRPr lang="en-US"/>
        </a:p>
      </dgm:t>
    </dgm:pt>
    <dgm:pt modelId="{3D879A28-6A2F-4D42-94CB-40536F7D5B5D}" type="parTrans" cxnId="{E009C536-948C-4052-A225-1871F138F047}">
      <dgm:prSet/>
      <dgm:spPr/>
      <dgm:t>
        <a:bodyPr/>
        <a:lstStyle/>
        <a:p>
          <a:endParaRPr lang="en-US"/>
        </a:p>
      </dgm:t>
    </dgm:pt>
    <dgm:pt modelId="{7025B5AB-DEA1-4354-8971-3187D66BD175}" type="sibTrans" cxnId="{E009C536-948C-4052-A225-1871F138F047}">
      <dgm:prSet/>
      <dgm:spPr/>
      <dgm:t>
        <a:bodyPr/>
        <a:lstStyle/>
        <a:p>
          <a:endParaRPr lang="en-US"/>
        </a:p>
      </dgm:t>
    </dgm:pt>
    <dgm:pt modelId="{E94756B1-3216-4F9A-B10A-6FBD07F9FA68}">
      <dgm:prSet/>
      <dgm:spPr/>
      <dgm:t>
        <a:bodyPr/>
        <a:lstStyle/>
        <a:p>
          <a:r>
            <a:rPr lang="zh-TW"/>
            <a:t>前端表單與後端資料整合</a:t>
          </a:r>
          <a:endParaRPr lang="en-US"/>
        </a:p>
      </dgm:t>
    </dgm:pt>
    <dgm:pt modelId="{CF660C42-3516-4373-A840-01E6B3604A00}" type="parTrans" cxnId="{CDE17584-4E62-4E6B-A747-F206E6DCE65C}">
      <dgm:prSet/>
      <dgm:spPr/>
      <dgm:t>
        <a:bodyPr/>
        <a:lstStyle/>
        <a:p>
          <a:endParaRPr lang="en-US"/>
        </a:p>
      </dgm:t>
    </dgm:pt>
    <dgm:pt modelId="{BB06E4E3-4364-44A2-B70C-0E3AF216CF88}" type="sibTrans" cxnId="{CDE17584-4E62-4E6B-A747-F206E6DCE65C}">
      <dgm:prSet/>
      <dgm:spPr/>
      <dgm:t>
        <a:bodyPr/>
        <a:lstStyle/>
        <a:p>
          <a:endParaRPr lang="en-US"/>
        </a:p>
      </dgm:t>
    </dgm:pt>
    <dgm:pt modelId="{C389C573-6AFF-43F0-B4A5-C6A0365268EB}">
      <dgm:prSet/>
      <dgm:spPr/>
      <dgm:t>
        <a:bodyPr/>
        <a:lstStyle/>
        <a:p>
          <a:r>
            <a:rPr lang="zh-TW" altLang="en-US" dirty="0"/>
            <a:t>會員登入頁</a:t>
          </a:r>
          <a:endParaRPr lang="en-US" dirty="0"/>
        </a:p>
      </dgm:t>
    </dgm:pt>
    <dgm:pt modelId="{B3E617A4-E2DE-46A3-8DEE-4F807C79EE84}" type="parTrans" cxnId="{198D5848-FCA5-4D94-8215-E24BB5B562BE}">
      <dgm:prSet/>
      <dgm:spPr/>
    </dgm:pt>
    <dgm:pt modelId="{86189A36-68AE-46EB-85BF-5D1034C52E8E}" type="sibTrans" cxnId="{198D5848-FCA5-4D94-8215-E24BB5B562BE}">
      <dgm:prSet/>
      <dgm:spPr/>
      <dgm:t>
        <a:bodyPr/>
        <a:lstStyle/>
        <a:p>
          <a:endParaRPr lang="en-US"/>
        </a:p>
      </dgm:t>
    </dgm:pt>
    <dgm:pt modelId="{0DDBD9BC-FB7D-4B90-A021-8F04EC864587}" type="pres">
      <dgm:prSet presAssocID="{7941B854-1CA3-46C1-9EB7-31A9AD507C84}" presName="diagram" presStyleCnt="0">
        <dgm:presLayoutVars>
          <dgm:dir/>
          <dgm:resizeHandles val="exact"/>
        </dgm:presLayoutVars>
      </dgm:prSet>
      <dgm:spPr/>
    </dgm:pt>
    <dgm:pt modelId="{9E4F06F1-0011-4A98-A496-F72187CDB67E}" type="pres">
      <dgm:prSet presAssocID="{D8AC3922-6154-4118-B7B0-B9B6A9A0AB28}" presName="node" presStyleLbl="node1" presStyleIdx="0" presStyleCnt="6">
        <dgm:presLayoutVars>
          <dgm:bulletEnabled val="1"/>
        </dgm:presLayoutVars>
      </dgm:prSet>
      <dgm:spPr/>
    </dgm:pt>
    <dgm:pt modelId="{72ACB655-546A-430F-A91E-4D2312234953}" type="pres">
      <dgm:prSet presAssocID="{F6941A53-2E7A-4EED-9822-570C57B2C6B5}" presName="sibTrans" presStyleLbl="sibTrans2D1" presStyleIdx="0" presStyleCnt="5"/>
      <dgm:spPr/>
    </dgm:pt>
    <dgm:pt modelId="{E67D56DB-206C-4368-A276-37C71065C97E}" type="pres">
      <dgm:prSet presAssocID="{F6941A53-2E7A-4EED-9822-570C57B2C6B5}" presName="connectorText" presStyleLbl="sibTrans2D1" presStyleIdx="0" presStyleCnt="5"/>
      <dgm:spPr/>
    </dgm:pt>
    <dgm:pt modelId="{2CAA13AE-2B93-4D8F-9BB0-4E21E9AFE96A}" type="pres">
      <dgm:prSet presAssocID="{6FBF8803-04CF-4274-98D6-3816F7AF7D38}" presName="node" presStyleLbl="node1" presStyleIdx="1" presStyleCnt="6">
        <dgm:presLayoutVars>
          <dgm:bulletEnabled val="1"/>
        </dgm:presLayoutVars>
      </dgm:prSet>
      <dgm:spPr/>
    </dgm:pt>
    <dgm:pt modelId="{5286F4CD-8312-4959-8233-E9D5FCA47833}" type="pres">
      <dgm:prSet presAssocID="{3DB3FC77-E422-4A9A-A9C2-79E2C32E4834}" presName="sibTrans" presStyleLbl="sibTrans2D1" presStyleIdx="1" presStyleCnt="5"/>
      <dgm:spPr/>
    </dgm:pt>
    <dgm:pt modelId="{E41524C0-D8F1-4262-8D0A-C14C67E9E2D8}" type="pres">
      <dgm:prSet presAssocID="{3DB3FC77-E422-4A9A-A9C2-79E2C32E4834}" presName="connectorText" presStyleLbl="sibTrans2D1" presStyleIdx="1" presStyleCnt="5"/>
      <dgm:spPr/>
    </dgm:pt>
    <dgm:pt modelId="{F1308B07-3444-47F3-95E2-79DF5C9291DF}" type="pres">
      <dgm:prSet presAssocID="{C389C573-6AFF-43F0-B4A5-C6A0365268EB}" presName="node" presStyleLbl="node1" presStyleIdx="2" presStyleCnt="6">
        <dgm:presLayoutVars>
          <dgm:bulletEnabled val="1"/>
        </dgm:presLayoutVars>
      </dgm:prSet>
      <dgm:spPr/>
    </dgm:pt>
    <dgm:pt modelId="{7E453D1D-06FE-425F-ADA8-4977671B55CD}" type="pres">
      <dgm:prSet presAssocID="{86189A36-68AE-46EB-85BF-5D1034C52E8E}" presName="sibTrans" presStyleLbl="sibTrans2D1" presStyleIdx="2" presStyleCnt="5"/>
      <dgm:spPr/>
    </dgm:pt>
    <dgm:pt modelId="{AA79EF3F-8BFA-4743-B63B-A5F2F64276DD}" type="pres">
      <dgm:prSet presAssocID="{86189A36-68AE-46EB-85BF-5D1034C52E8E}" presName="connectorText" presStyleLbl="sibTrans2D1" presStyleIdx="2" presStyleCnt="5"/>
      <dgm:spPr/>
    </dgm:pt>
    <dgm:pt modelId="{BD693E03-C3BF-4E66-B019-6BFB8437BA52}" type="pres">
      <dgm:prSet presAssocID="{587BCB59-842C-4940-A8A3-661D59742202}" presName="node" presStyleLbl="node1" presStyleIdx="3" presStyleCnt="6">
        <dgm:presLayoutVars>
          <dgm:bulletEnabled val="1"/>
        </dgm:presLayoutVars>
      </dgm:prSet>
      <dgm:spPr/>
    </dgm:pt>
    <dgm:pt modelId="{6DF0F5E1-F657-442D-A696-5AD36EBDB91A}" type="pres">
      <dgm:prSet presAssocID="{640BF964-620F-43DE-8917-73F15793504E}" presName="sibTrans" presStyleLbl="sibTrans2D1" presStyleIdx="3" presStyleCnt="5"/>
      <dgm:spPr/>
    </dgm:pt>
    <dgm:pt modelId="{97C9D40A-8F25-4D81-95DD-28BD378E64C4}" type="pres">
      <dgm:prSet presAssocID="{640BF964-620F-43DE-8917-73F15793504E}" presName="connectorText" presStyleLbl="sibTrans2D1" presStyleIdx="3" presStyleCnt="5"/>
      <dgm:spPr/>
    </dgm:pt>
    <dgm:pt modelId="{CAEBBB8B-3F30-4E6D-BEEE-CC4B7FC83350}" type="pres">
      <dgm:prSet presAssocID="{E9BD46B5-32C4-4F03-9014-E2A8B6BDE568}" presName="node" presStyleLbl="node1" presStyleIdx="4" presStyleCnt="6">
        <dgm:presLayoutVars>
          <dgm:bulletEnabled val="1"/>
        </dgm:presLayoutVars>
      </dgm:prSet>
      <dgm:spPr/>
    </dgm:pt>
    <dgm:pt modelId="{D9F9420C-6C0A-4798-BEDF-65EACEA709F8}" type="pres">
      <dgm:prSet presAssocID="{7025B5AB-DEA1-4354-8971-3187D66BD175}" presName="sibTrans" presStyleLbl="sibTrans2D1" presStyleIdx="4" presStyleCnt="5"/>
      <dgm:spPr/>
    </dgm:pt>
    <dgm:pt modelId="{4925DDB0-D7E8-468F-A693-084AE932434A}" type="pres">
      <dgm:prSet presAssocID="{7025B5AB-DEA1-4354-8971-3187D66BD175}" presName="connectorText" presStyleLbl="sibTrans2D1" presStyleIdx="4" presStyleCnt="5"/>
      <dgm:spPr/>
    </dgm:pt>
    <dgm:pt modelId="{EC892FB3-FF69-49D1-A20D-C3526E84FB22}" type="pres">
      <dgm:prSet presAssocID="{E94756B1-3216-4F9A-B10A-6FBD07F9FA68}" presName="node" presStyleLbl="node1" presStyleIdx="5" presStyleCnt="6">
        <dgm:presLayoutVars>
          <dgm:bulletEnabled val="1"/>
        </dgm:presLayoutVars>
      </dgm:prSet>
      <dgm:spPr/>
    </dgm:pt>
  </dgm:ptLst>
  <dgm:cxnLst>
    <dgm:cxn modelId="{9E810002-FDD2-493C-A5F2-486A639658D2}" type="presOf" srcId="{7025B5AB-DEA1-4354-8971-3187D66BD175}" destId="{D9F9420C-6C0A-4798-BEDF-65EACEA709F8}" srcOrd="0" destOrd="0" presId="urn:microsoft.com/office/officeart/2005/8/layout/process5"/>
    <dgm:cxn modelId="{CFABB903-1091-4943-89F8-4DF3D8463B13}" type="presOf" srcId="{E94756B1-3216-4F9A-B10A-6FBD07F9FA68}" destId="{EC892FB3-FF69-49D1-A20D-C3526E84FB22}" srcOrd="0" destOrd="0" presId="urn:microsoft.com/office/officeart/2005/8/layout/process5"/>
    <dgm:cxn modelId="{2321580D-E077-437A-8AC3-E39E56D60BE3}" type="presOf" srcId="{7025B5AB-DEA1-4354-8971-3187D66BD175}" destId="{4925DDB0-D7E8-468F-A693-084AE932434A}" srcOrd="1" destOrd="0" presId="urn:microsoft.com/office/officeart/2005/8/layout/process5"/>
    <dgm:cxn modelId="{A8EB2E1D-F922-4E13-9E26-02351E84A080}" srcId="{7941B854-1CA3-46C1-9EB7-31A9AD507C84}" destId="{587BCB59-842C-4940-A8A3-661D59742202}" srcOrd="3" destOrd="0" parTransId="{1B26DEF1-75E6-4FFA-BF4B-5229804A5119}" sibTransId="{640BF964-620F-43DE-8917-73F15793504E}"/>
    <dgm:cxn modelId="{4C580221-0B59-49B5-A1C8-81A8169001B9}" type="presOf" srcId="{3DB3FC77-E422-4A9A-A9C2-79E2C32E4834}" destId="{5286F4CD-8312-4959-8233-E9D5FCA47833}" srcOrd="0" destOrd="0" presId="urn:microsoft.com/office/officeart/2005/8/layout/process5"/>
    <dgm:cxn modelId="{C470D021-95FC-42BD-AA4F-1CC32ACEDC05}" type="presOf" srcId="{86189A36-68AE-46EB-85BF-5D1034C52E8E}" destId="{7E453D1D-06FE-425F-ADA8-4977671B55CD}" srcOrd="0" destOrd="0" presId="urn:microsoft.com/office/officeart/2005/8/layout/process5"/>
    <dgm:cxn modelId="{03F85035-5436-491E-B7EF-DB5FA81A865D}" type="presOf" srcId="{6FBF8803-04CF-4274-98D6-3816F7AF7D38}" destId="{2CAA13AE-2B93-4D8F-9BB0-4E21E9AFE96A}" srcOrd="0" destOrd="0" presId="urn:microsoft.com/office/officeart/2005/8/layout/process5"/>
    <dgm:cxn modelId="{E009C536-948C-4052-A225-1871F138F047}" srcId="{7941B854-1CA3-46C1-9EB7-31A9AD507C84}" destId="{E9BD46B5-32C4-4F03-9014-E2A8B6BDE568}" srcOrd="4" destOrd="0" parTransId="{3D879A28-6A2F-4D42-94CB-40536F7D5B5D}" sibTransId="{7025B5AB-DEA1-4354-8971-3187D66BD175}"/>
    <dgm:cxn modelId="{6118A65C-4326-47D3-96CA-E3C01EE7FF5C}" type="presOf" srcId="{D8AC3922-6154-4118-B7B0-B9B6A9A0AB28}" destId="{9E4F06F1-0011-4A98-A496-F72187CDB67E}" srcOrd="0" destOrd="0" presId="urn:microsoft.com/office/officeart/2005/8/layout/process5"/>
    <dgm:cxn modelId="{198D5848-FCA5-4D94-8215-E24BB5B562BE}" srcId="{7941B854-1CA3-46C1-9EB7-31A9AD507C84}" destId="{C389C573-6AFF-43F0-B4A5-C6A0365268EB}" srcOrd="2" destOrd="0" parTransId="{B3E617A4-E2DE-46A3-8DEE-4F807C79EE84}" sibTransId="{86189A36-68AE-46EB-85BF-5D1034C52E8E}"/>
    <dgm:cxn modelId="{4632CD4B-50CB-4590-89F6-887B26D165B9}" type="presOf" srcId="{587BCB59-842C-4940-A8A3-661D59742202}" destId="{BD693E03-C3BF-4E66-B019-6BFB8437BA52}" srcOrd="0" destOrd="0" presId="urn:microsoft.com/office/officeart/2005/8/layout/process5"/>
    <dgm:cxn modelId="{89C4C04D-C5F6-4784-9B99-46EB6A1FFAB1}" type="presOf" srcId="{86189A36-68AE-46EB-85BF-5D1034C52E8E}" destId="{AA79EF3F-8BFA-4743-B63B-A5F2F64276DD}" srcOrd="1" destOrd="0" presId="urn:microsoft.com/office/officeart/2005/8/layout/process5"/>
    <dgm:cxn modelId="{95850E51-6AF0-448C-8801-9FD945F913A2}" type="presOf" srcId="{640BF964-620F-43DE-8917-73F15793504E}" destId="{6DF0F5E1-F657-442D-A696-5AD36EBDB91A}" srcOrd="0" destOrd="0" presId="urn:microsoft.com/office/officeart/2005/8/layout/process5"/>
    <dgm:cxn modelId="{66EC4671-6A61-4F12-A7B7-585CC4FDD904}" type="presOf" srcId="{E9BD46B5-32C4-4F03-9014-E2A8B6BDE568}" destId="{CAEBBB8B-3F30-4E6D-BEEE-CC4B7FC83350}" srcOrd="0" destOrd="0" presId="urn:microsoft.com/office/officeart/2005/8/layout/process5"/>
    <dgm:cxn modelId="{40421F79-2C61-4F71-A786-F07A7D55CF6A}" type="presOf" srcId="{C389C573-6AFF-43F0-B4A5-C6A0365268EB}" destId="{F1308B07-3444-47F3-95E2-79DF5C9291DF}" srcOrd="0" destOrd="0" presId="urn:microsoft.com/office/officeart/2005/8/layout/process5"/>
    <dgm:cxn modelId="{5F5CBD80-FCC8-4AB8-8BAD-FC8D3E854013}" type="presOf" srcId="{640BF964-620F-43DE-8917-73F15793504E}" destId="{97C9D40A-8F25-4D81-95DD-28BD378E64C4}" srcOrd="1" destOrd="0" presId="urn:microsoft.com/office/officeart/2005/8/layout/process5"/>
    <dgm:cxn modelId="{14ABF682-0AF3-46A1-B8FA-D3B88D9250D9}" type="presOf" srcId="{F6941A53-2E7A-4EED-9822-570C57B2C6B5}" destId="{E67D56DB-206C-4368-A276-37C71065C97E}" srcOrd="1" destOrd="0" presId="urn:microsoft.com/office/officeart/2005/8/layout/process5"/>
    <dgm:cxn modelId="{CDE17584-4E62-4E6B-A747-F206E6DCE65C}" srcId="{7941B854-1CA3-46C1-9EB7-31A9AD507C84}" destId="{E94756B1-3216-4F9A-B10A-6FBD07F9FA68}" srcOrd="5" destOrd="0" parTransId="{CF660C42-3516-4373-A840-01E6B3604A00}" sibTransId="{BB06E4E3-4364-44A2-B70C-0E3AF216CF88}"/>
    <dgm:cxn modelId="{84E89CC3-DD10-4FFE-BFE0-8FA1C05B2F5E}" type="presOf" srcId="{F6941A53-2E7A-4EED-9822-570C57B2C6B5}" destId="{72ACB655-546A-430F-A91E-4D2312234953}" srcOrd="0" destOrd="0" presId="urn:microsoft.com/office/officeart/2005/8/layout/process5"/>
    <dgm:cxn modelId="{97EF3FC7-4CC1-4A04-9228-0148813D10A6}" srcId="{7941B854-1CA3-46C1-9EB7-31A9AD507C84}" destId="{D8AC3922-6154-4118-B7B0-B9B6A9A0AB28}" srcOrd="0" destOrd="0" parTransId="{324A9137-F08B-4494-AC4B-CFDA1AFA5938}" sibTransId="{F6941A53-2E7A-4EED-9822-570C57B2C6B5}"/>
    <dgm:cxn modelId="{F1DF73CF-17C3-498D-BB7B-6753F81F5EBE}" srcId="{7941B854-1CA3-46C1-9EB7-31A9AD507C84}" destId="{6FBF8803-04CF-4274-98D6-3816F7AF7D38}" srcOrd="1" destOrd="0" parTransId="{AA180283-C6CB-4689-BF6A-25F2C50BCC1B}" sibTransId="{3DB3FC77-E422-4A9A-A9C2-79E2C32E4834}"/>
    <dgm:cxn modelId="{4C6559EB-BC35-44E9-98B0-FB5F573C54A5}" type="presOf" srcId="{7941B854-1CA3-46C1-9EB7-31A9AD507C84}" destId="{0DDBD9BC-FB7D-4B90-A021-8F04EC864587}" srcOrd="0" destOrd="0" presId="urn:microsoft.com/office/officeart/2005/8/layout/process5"/>
    <dgm:cxn modelId="{0DCC6AF9-2429-45EB-8F7E-C8AAC16C806E}" type="presOf" srcId="{3DB3FC77-E422-4A9A-A9C2-79E2C32E4834}" destId="{E41524C0-D8F1-4262-8D0A-C14C67E9E2D8}" srcOrd="1" destOrd="0" presId="urn:microsoft.com/office/officeart/2005/8/layout/process5"/>
    <dgm:cxn modelId="{5239FB07-71A6-4C22-A999-C1B670CA9652}" type="presParOf" srcId="{0DDBD9BC-FB7D-4B90-A021-8F04EC864587}" destId="{9E4F06F1-0011-4A98-A496-F72187CDB67E}" srcOrd="0" destOrd="0" presId="urn:microsoft.com/office/officeart/2005/8/layout/process5"/>
    <dgm:cxn modelId="{714A87B8-902D-45DA-B0DC-7AAC218AADCE}" type="presParOf" srcId="{0DDBD9BC-FB7D-4B90-A021-8F04EC864587}" destId="{72ACB655-546A-430F-A91E-4D2312234953}" srcOrd="1" destOrd="0" presId="urn:microsoft.com/office/officeart/2005/8/layout/process5"/>
    <dgm:cxn modelId="{D38B89E4-B5FC-4415-937B-BF1B8A17B819}" type="presParOf" srcId="{72ACB655-546A-430F-A91E-4D2312234953}" destId="{E67D56DB-206C-4368-A276-37C71065C97E}" srcOrd="0" destOrd="0" presId="urn:microsoft.com/office/officeart/2005/8/layout/process5"/>
    <dgm:cxn modelId="{444BC63A-EC0D-4FF2-A878-3C8E708138F3}" type="presParOf" srcId="{0DDBD9BC-FB7D-4B90-A021-8F04EC864587}" destId="{2CAA13AE-2B93-4D8F-9BB0-4E21E9AFE96A}" srcOrd="2" destOrd="0" presId="urn:microsoft.com/office/officeart/2005/8/layout/process5"/>
    <dgm:cxn modelId="{BA64CD7B-76A3-4784-89B2-D83ECBB11198}" type="presParOf" srcId="{0DDBD9BC-FB7D-4B90-A021-8F04EC864587}" destId="{5286F4CD-8312-4959-8233-E9D5FCA47833}" srcOrd="3" destOrd="0" presId="urn:microsoft.com/office/officeart/2005/8/layout/process5"/>
    <dgm:cxn modelId="{81B61F80-F394-45A0-955C-B53DB4312676}" type="presParOf" srcId="{5286F4CD-8312-4959-8233-E9D5FCA47833}" destId="{E41524C0-D8F1-4262-8D0A-C14C67E9E2D8}" srcOrd="0" destOrd="0" presId="urn:microsoft.com/office/officeart/2005/8/layout/process5"/>
    <dgm:cxn modelId="{3D33C4C1-1345-46C0-953B-276DE5BD1437}" type="presParOf" srcId="{0DDBD9BC-FB7D-4B90-A021-8F04EC864587}" destId="{F1308B07-3444-47F3-95E2-79DF5C9291DF}" srcOrd="4" destOrd="0" presId="urn:microsoft.com/office/officeart/2005/8/layout/process5"/>
    <dgm:cxn modelId="{00B11E88-F31F-4C3D-B6B6-7522A3093E4D}" type="presParOf" srcId="{0DDBD9BC-FB7D-4B90-A021-8F04EC864587}" destId="{7E453D1D-06FE-425F-ADA8-4977671B55CD}" srcOrd="5" destOrd="0" presId="urn:microsoft.com/office/officeart/2005/8/layout/process5"/>
    <dgm:cxn modelId="{45816B1F-0438-41AC-9145-B1F902E02D4F}" type="presParOf" srcId="{7E453D1D-06FE-425F-ADA8-4977671B55CD}" destId="{AA79EF3F-8BFA-4743-B63B-A5F2F64276DD}" srcOrd="0" destOrd="0" presId="urn:microsoft.com/office/officeart/2005/8/layout/process5"/>
    <dgm:cxn modelId="{2E56878A-791B-43A2-9F5D-420743DC554C}" type="presParOf" srcId="{0DDBD9BC-FB7D-4B90-A021-8F04EC864587}" destId="{BD693E03-C3BF-4E66-B019-6BFB8437BA52}" srcOrd="6" destOrd="0" presId="urn:microsoft.com/office/officeart/2005/8/layout/process5"/>
    <dgm:cxn modelId="{8B15A0AD-36FB-4C52-8D87-32560FD51A7E}" type="presParOf" srcId="{0DDBD9BC-FB7D-4B90-A021-8F04EC864587}" destId="{6DF0F5E1-F657-442D-A696-5AD36EBDB91A}" srcOrd="7" destOrd="0" presId="urn:microsoft.com/office/officeart/2005/8/layout/process5"/>
    <dgm:cxn modelId="{B174C19A-8E9F-4E59-BF15-662C69D5A651}" type="presParOf" srcId="{6DF0F5E1-F657-442D-A696-5AD36EBDB91A}" destId="{97C9D40A-8F25-4D81-95DD-28BD378E64C4}" srcOrd="0" destOrd="0" presId="urn:microsoft.com/office/officeart/2005/8/layout/process5"/>
    <dgm:cxn modelId="{C7BD05BF-E7F8-451D-819A-E432A8BDAEE5}" type="presParOf" srcId="{0DDBD9BC-FB7D-4B90-A021-8F04EC864587}" destId="{CAEBBB8B-3F30-4E6D-BEEE-CC4B7FC83350}" srcOrd="8" destOrd="0" presId="urn:microsoft.com/office/officeart/2005/8/layout/process5"/>
    <dgm:cxn modelId="{792381F3-546C-42C7-8145-DDAA7F8D4CD9}" type="presParOf" srcId="{0DDBD9BC-FB7D-4B90-A021-8F04EC864587}" destId="{D9F9420C-6C0A-4798-BEDF-65EACEA709F8}" srcOrd="9" destOrd="0" presId="urn:microsoft.com/office/officeart/2005/8/layout/process5"/>
    <dgm:cxn modelId="{8AA53069-6BBC-446D-8CB1-E7C0AE8F32B4}" type="presParOf" srcId="{D9F9420C-6C0A-4798-BEDF-65EACEA709F8}" destId="{4925DDB0-D7E8-468F-A693-084AE932434A}" srcOrd="0" destOrd="0" presId="urn:microsoft.com/office/officeart/2005/8/layout/process5"/>
    <dgm:cxn modelId="{1FEC8F3F-3D3D-4414-BA7E-C9EA81BD9516}" type="presParOf" srcId="{0DDBD9BC-FB7D-4B90-A021-8F04EC864587}" destId="{EC892FB3-FF69-49D1-A20D-C3526E84FB22}" srcOrd="10" destOrd="0" presId="urn:microsoft.com/office/officeart/2005/8/layout/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5B14DE34-07E8-41B8-AFF4-B34DFBEA4DF5}" type="doc">
      <dgm:prSet loTypeId="urn:microsoft.com/office/officeart/2005/8/layout/vList2" loCatId="list" qsTypeId="urn:microsoft.com/office/officeart/2005/8/quickstyle/simple4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1FFA0C8A-9533-4F95-9106-BEEBD2A56199}">
      <dgm:prSet/>
      <dgm:spPr/>
      <dgm:t>
        <a:bodyPr/>
        <a:lstStyle/>
        <a:p>
          <a:r>
            <a:rPr lang="zh-TW"/>
            <a:t>使用</a:t>
          </a:r>
          <a:r>
            <a:rPr lang="en-US"/>
            <a:t>Python Flask</a:t>
          </a:r>
          <a:r>
            <a:rPr lang="zh-TW"/>
            <a:t>建立</a:t>
          </a:r>
          <a:r>
            <a:rPr lang="en-US"/>
            <a:t>Web</a:t>
          </a:r>
          <a:r>
            <a:rPr lang="zh-TW"/>
            <a:t>應用架構</a:t>
          </a:r>
          <a:endParaRPr lang="en-US"/>
        </a:p>
      </dgm:t>
    </dgm:pt>
    <dgm:pt modelId="{E99DD916-1811-4DC5-912A-E524FFE3F983}" type="parTrans" cxnId="{DD79838B-A0AE-4F26-8D98-C9884A14422D}">
      <dgm:prSet/>
      <dgm:spPr/>
      <dgm:t>
        <a:bodyPr/>
        <a:lstStyle/>
        <a:p>
          <a:endParaRPr lang="en-US"/>
        </a:p>
      </dgm:t>
    </dgm:pt>
    <dgm:pt modelId="{5C8E9C14-4DA3-419F-B2CC-95CD45A2E26A}" type="sibTrans" cxnId="{DD79838B-A0AE-4F26-8D98-C9884A14422D}">
      <dgm:prSet/>
      <dgm:spPr/>
      <dgm:t>
        <a:bodyPr/>
        <a:lstStyle/>
        <a:p>
          <a:endParaRPr lang="en-US"/>
        </a:p>
      </dgm:t>
    </dgm:pt>
    <dgm:pt modelId="{1FD2561C-82E2-48DD-94F9-37E1DBAC3428}">
      <dgm:prSet/>
      <dgm:spPr/>
      <dgm:t>
        <a:bodyPr/>
        <a:lstStyle/>
        <a:p>
          <a:r>
            <a:rPr lang="zh-TW"/>
            <a:t>實作後端路由與</a:t>
          </a:r>
          <a:r>
            <a:rPr lang="en-US"/>
            <a:t>API</a:t>
          </a:r>
          <a:r>
            <a:rPr lang="zh-TW"/>
            <a:t>接口</a:t>
          </a:r>
          <a:endParaRPr lang="en-US"/>
        </a:p>
      </dgm:t>
    </dgm:pt>
    <dgm:pt modelId="{41136B73-FFAA-4D43-AB69-A9B05FFE94C7}" type="parTrans" cxnId="{42007F36-636B-4329-A8CF-5B8C6541924A}">
      <dgm:prSet/>
      <dgm:spPr/>
      <dgm:t>
        <a:bodyPr/>
        <a:lstStyle/>
        <a:p>
          <a:endParaRPr lang="en-US"/>
        </a:p>
      </dgm:t>
    </dgm:pt>
    <dgm:pt modelId="{637BAC27-15AE-4FB0-9B86-A0E4B7D6E811}" type="sibTrans" cxnId="{42007F36-636B-4329-A8CF-5B8C6541924A}">
      <dgm:prSet/>
      <dgm:spPr/>
      <dgm:t>
        <a:bodyPr/>
        <a:lstStyle/>
        <a:p>
          <a:endParaRPr lang="en-US"/>
        </a:p>
      </dgm:t>
    </dgm:pt>
    <dgm:pt modelId="{25D8CDC6-C602-4CA4-9FC1-3ED3236C6D06}">
      <dgm:prSet/>
      <dgm:spPr/>
      <dgm:t>
        <a:bodyPr/>
        <a:lstStyle/>
        <a:p>
          <a:r>
            <a:rPr lang="en-US"/>
            <a:t>SQLite</a:t>
          </a:r>
          <a:r>
            <a:rPr lang="zh-TW"/>
            <a:t>資料庫管理菜單與訂單資料</a:t>
          </a:r>
          <a:endParaRPr lang="en-US"/>
        </a:p>
      </dgm:t>
    </dgm:pt>
    <dgm:pt modelId="{FF8764ED-C078-41C4-B617-5708AE7E453A}" type="parTrans" cxnId="{90F49A16-86A4-4A18-8FC5-3C0386BC0568}">
      <dgm:prSet/>
      <dgm:spPr/>
      <dgm:t>
        <a:bodyPr/>
        <a:lstStyle/>
        <a:p>
          <a:endParaRPr lang="en-US"/>
        </a:p>
      </dgm:t>
    </dgm:pt>
    <dgm:pt modelId="{AF9C368E-A1FB-4311-8923-0223C6329E0A}" type="sibTrans" cxnId="{90F49A16-86A4-4A18-8FC5-3C0386BC0568}">
      <dgm:prSet/>
      <dgm:spPr/>
      <dgm:t>
        <a:bodyPr/>
        <a:lstStyle/>
        <a:p>
          <a:endParaRPr lang="en-US"/>
        </a:p>
      </dgm:t>
    </dgm:pt>
    <dgm:pt modelId="{663B392D-0C6D-4EC0-B96A-689727E6F994}">
      <dgm:prSet/>
      <dgm:spPr/>
      <dgm:t>
        <a:bodyPr/>
        <a:lstStyle/>
        <a:p>
          <a:r>
            <a:rPr lang="zh-TW"/>
            <a:t>購物車資料處理與狀態管理</a:t>
          </a:r>
          <a:endParaRPr lang="en-US"/>
        </a:p>
      </dgm:t>
    </dgm:pt>
    <dgm:pt modelId="{8968096D-D449-4B31-BE58-26655C2432B9}" type="parTrans" cxnId="{80EF8575-985E-495E-AB30-9BD67B134CDF}">
      <dgm:prSet/>
      <dgm:spPr/>
      <dgm:t>
        <a:bodyPr/>
        <a:lstStyle/>
        <a:p>
          <a:endParaRPr lang="en-US"/>
        </a:p>
      </dgm:t>
    </dgm:pt>
    <dgm:pt modelId="{94A7D0B1-DAEE-4B3C-9A6F-2751145A8954}" type="sibTrans" cxnId="{80EF8575-985E-495E-AB30-9BD67B134CDF}">
      <dgm:prSet/>
      <dgm:spPr/>
      <dgm:t>
        <a:bodyPr/>
        <a:lstStyle/>
        <a:p>
          <a:endParaRPr lang="en-US"/>
        </a:p>
      </dgm:t>
    </dgm:pt>
    <dgm:pt modelId="{9A6EAD75-5C76-4380-AD56-EB95F419FD1C}" type="pres">
      <dgm:prSet presAssocID="{5B14DE34-07E8-41B8-AFF4-B34DFBEA4DF5}" presName="linear" presStyleCnt="0">
        <dgm:presLayoutVars>
          <dgm:animLvl val="lvl"/>
          <dgm:resizeHandles val="exact"/>
        </dgm:presLayoutVars>
      </dgm:prSet>
      <dgm:spPr/>
    </dgm:pt>
    <dgm:pt modelId="{C2697A6E-0333-43E3-9C63-66B335FD331B}" type="pres">
      <dgm:prSet presAssocID="{1FFA0C8A-9533-4F95-9106-BEEBD2A56199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16CE60D1-7B7D-41E8-998A-782EBAB8183D}" type="pres">
      <dgm:prSet presAssocID="{5C8E9C14-4DA3-419F-B2CC-95CD45A2E26A}" presName="spacer" presStyleCnt="0"/>
      <dgm:spPr/>
    </dgm:pt>
    <dgm:pt modelId="{62B5AB93-4B6A-42C9-B909-081308B9A276}" type="pres">
      <dgm:prSet presAssocID="{1FD2561C-82E2-48DD-94F9-37E1DBAC3428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EA18F882-6548-4194-9447-FC0EFDFB9A0D}" type="pres">
      <dgm:prSet presAssocID="{637BAC27-15AE-4FB0-9B86-A0E4B7D6E811}" presName="spacer" presStyleCnt="0"/>
      <dgm:spPr/>
    </dgm:pt>
    <dgm:pt modelId="{FC577835-1C6B-411F-82C7-3C4E2932E8E9}" type="pres">
      <dgm:prSet presAssocID="{25D8CDC6-C602-4CA4-9FC1-3ED3236C6D06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E36F8958-AA04-497B-8F9F-AFEB06BB72F8}" type="pres">
      <dgm:prSet presAssocID="{AF9C368E-A1FB-4311-8923-0223C6329E0A}" presName="spacer" presStyleCnt="0"/>
      <dgm:spPr/>
    </dgm:pt>
    <dgm:pt modelId="{61D51416-B3F0-4A57-BC04-75367E47678A}" type="pres">
      <dgm:prSet presAssocID="{663B392D-0C6D-4EC0-B96A-689727E6F994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90F49A16-86A4-4A18-8FC5-3C0386BC0568}" srcId="{5B14DE34-07E8-41B8-AFF4-B34DFBEA4DF5}" destId="{25D8CDC6-C602-4CA4-9FC1-3ED3236C6D06}" srcOrd="2" destOrd="0" parTransId="{FF8764ED-C078-41C4-B617-5708AE7E453A}" sibTransId="{AF9C368E-A1FB-4311-8923-0223C6329E0A}"/>
    <dgm:cxn modelId="{DBB9C819-64B3-4B57-AA34-EA896F933146}" type="presOf" srcId="{5B14DE34-07E8-41B8-AFF4-B34DFBEA4DF5}" destId="{9A6EAD75-5C76-4380-AD56-EB95F419FD1C}" srcOrd="0" destOrd="0" presId="urn:microsoft.com/office/officeart/2005/8/layout/vList2"/>
    <dgm:cxn modelId="{D65C0630-282C-4702-861D-A5298C4B4F86}" type="presOf" srcId="{25D8CDC6-C602-4CA4-9FC1-3ED3236C6D06}" destId="{FC577835-1C6B-411F-82C7-3C4E2932E8E9}" srcOrd="0" destOrd="0" presId="urn:microsoft.com/office/officeart/2005/8/layout/vList2"/>
    <dgm:cxn modelId="{42007F36-636B-4329-A8CF-5B8C6541924A}" srcId="{5B14DE34-07E8-41B8-AFF4-B34DFBEA4DF5}" destId="{1FD2561C-82E2-48DD-94F9-37E1DBAC3428}" srcOrd="1" destOrd="0" parTransId="{41136B73-FFAA-4D43-AB69-A9B05FFE94C7}" sibTransId="{637BAC27-15AE-4FB0-9B86-A0E4B7D6E811}"/>
    <dgm:cxn modelId="{80EF8575-985E-495E-AB30-9BD67B134CDF}" srcId="{5B14DE34-07E8-41B8-AFF4-B34DFBEA4DF5}" destId="{663B392D-0C6D-4EC0-B96A-689727E6F994}" srcOrd="3" destOrd="0" parTransId="{8968096D-D449-4B31-BE58-26655C2432B9}" sibTransId="{94A7D0B1-DAEE-4B3C-9A6F-2751145A8954}"/>
    <dgm:cxn modelId="{DD79838B-A0AE-4F26-8D98-C9884A14422D}" srcId="{5B14DE34-07E8-41B8-AFF4-B34DFBEA4DF5}" destId="{1FFA0C8A-9533-4F95-9106-BEEBD2A56199}" srcOrd="0" destOrd="0" parTransId="{E99DD916-1811-4DC5-912A-E524FFE3F983}" sibTransId="{5C8E9C14-4DA3-419F-B2CC-95CD45A2E26A}"/>
    <dgm:cxn modelId="{4AB5AFB9-3835-4758-8C1E-8B4DC898AB96}" type="presOf" srcId="{663B392D-0C6D-4EC0-B96A-689727E6F994}" destId="{61D51416-B3F0-4A57-BC04-75367E47678A}" srcOrd="0" destOrd="0" presId="urn:microsoft.com/office/officeart/2005/8/layout/vList2"/>
    <dgm:cxn modelId="{36C53DCE-3BCD-4171-990F-D9C7DB9F1DFA}" type="presOf" srcId="{1FD2561C-82E2-48DD-94F9-37E1DBAC3428}" destId="{62B5AB93-4B6A-42C9-B909-081308B9A276}" srcOrd="0" destOrd="0" presId="urn:microsoft.com/office/officeart/2005/8/layout/vList2"/>
    <dgm:cxn modelId="{C47521E3-88FB-400C-870D-334BF13EF0CB}" type="presOf" srcId="{1FFA0C8A-9533-4F95-9106-BEEBD2A56199}" destId="{C2697A6E-0333-43E3-9C63-66B335FD331B}" srcOrd="0" destOrd="0" presId="urn:microsoft.com/office/officeart/2005/8/layout/vList2"/>
    <dgm:cxn modelId="{83AF8BAB-F5EA-4D1D-9938-086961375928}" type="presParOf" srcId="{9A6EAD75-5C76-4380-AD56-EB95F419FD1C}" destId="{C2697A6E-0333-43E3-9C63-66B335FD331B}" srcOrd="0" destOrd="0" presId="urn:microsoft.com/office/officeart/2005/8/layout/vList2"/>
    <dgm:cxn modelId="{7EF2D665-8693-42A5-A5F0-C89A68AEB9B4}" type="presParOf" srcId="{9A6EAD75-5C76-4380-AD56-EB95F419FD1C}" destId="{16CE60D1-7B7D-41E8-998A-782EBAB8183D}" srcOrd="1" destOrd="0" presId="urn:microsoft.com/office/officeart/2005/8/layout/vList2"/>
    <dgm:cxn modelId="{A5D703F1-5310-4F3F-B9BD-5254C0931CB8}" type="presParOf" srcId="{9A6EAD75-5C76-4380-AD56-EB95F419FD1C}" destId="{62B5AB93-4B6A-42C9-B909-081308B9A276}" srcOrd="2" destOrd="0" presId="urn:microsoft.com/office/officeart/2005/8/layout/vList2"/>
    <dgm:cxn modelId="{740392D3-1AF4-4B62-9589-27BC3694A0C9}" type="presParOf" srcId="{9A6EAD75-5C76-4380-AD56-EB95F419FD1C}" destId="{EA18F882-6548-4194-9447-FC0EFDFB9A0D}" srcOrd="3" destOrd="0" presId="urn:microsoft.com/office/officeart/2005/8/layout/vList2"/>
    <dgm:cxn modelId="{C03EF720-7690-4238-9DE9-1907E07D6A61}" type="presParOf" srcId="{9A6EAD75-5C76-4380-AD56-EB95F419FD1C}" destId="{FC577835-1C6B-411F-82C7-3C4E2932E8E9}" srcOrd="4" destOrd="0" presId="urn:microsoft.com/office/officeart/2005/8/layout/vList2"/>
    <dgm:cxn modelId="{CDDAD5CD-A09F-4C09-93E9-824301A5A664}" type="presParOf" srcId="{9A6EAD75-5C76-4380-AD56-EB95F419FD1C}" destId="{E36F8958-AA04-497B-8F9F-AFEB06BB72F8}" srcOrd="5" destOrd="0" presId="urn:microsoft.com/office/officeart/2005/8/layout/vList2"/>
    <dgm:cxn modelId="{A159739D-AC00-421B-81CD-824E1F282C28}" type="presParOf" srcId="{9A6EAD75-5C76-4380-AD56-EB95F419FD1C}" destId="{61D51416-B3F0-4A57-BC04-75367E47678A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B426F24A-4FF1-41D4-90D8-0D0ABB454049}" type="doc">
      <dgm:prSet loTypeId="urn:microsoft.com/office/officeart/2005/8/layout/vProcess5" loCatId="process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CCAAC224-D5EE-4F96-8D1E-62C0B03C7734}">
      <dgm:prSet/>
      <dgm:spPr/>
      <dgm:t>
        <a:bodyPr/>
        <a:lstStyle/>
        <a:p>
          <a:r>
            <a:rPr lang="zh-TW"/>
            <a:t>此專案展現了從問題識別到技術解決方案的完整開發流程，結合前端用戶體驗設計與後端資料處理技術， 創建了實用的餐廳數位化解決方案。</a:t>
          </a:r>
          <a:endParaRPr lang="en-US"/>
        </a:p>
      </dgm:t>
    </dgm:pt>
    <dgm:pt modelId="{ABB65079-2C97-4F87-B22B-58C5272B27C3}" type="parTrans" cxnId="{F381AF6F-BC72-4143-9E45-9B53D76CE7B7}">
      <dgm:prSet/>
      <dgm:spPr/>
      <dgm:t>
        <a:bodyPr/>
        <a:lstStyle/>
        <a:p>
          <a:endParaRPr lang="en-US"/>
        </a:p>
      </dgm:t>
    </dgm:pt>
    <dgm:pt modelId="{E6897F81-19EB-4043-81B9-49F10A8AB66B}" type="sibTrans" cxnId="{F381AF6F-BC72-4143-9E45-9B53D76CE7B7}">
      <dgm:prSet/>
      <dgm:spPr/>
      <dgm:t>
        <a:bodyPr/>
        <a:lstStyle/>
        <a:p>
          <a:endParaRPr lang="en-US"/>
        </a:p>
      </dgm:t>
    </dgm:pt>
    <dgm:pt modelId="{1829302A-A5BE-41E9-BEC1-762049FA971D}">
      <dgm:prSet/>
      <dgm:spPr/>
      <dgm:t>
        <a:bodyPr/>
        <a:lstStyle/>
        <a:p>
          <a:r>
            <a:rPr lang="zh-TW"/>
            <a:t>全端開發能力</a:t>
          </a:r>
          <a:endParaRPr lang="en-US"/>
        </a:p>
      </dgm:t>
    </dgm:pt>
    <dgm:pt modelId="{75808561-21F2-43A5-A525-AE0BC2AE6026}" type="parTrans" cxnId="{16F9F649-0899-4AA1-A0FF-75BF3D0D1732}">
      <dgm:prSet/>
      <dgm:spPr/>
      <dgm:t>
        <a:bodyPr/>
        <a:lstStyle/>
        <a:p>
          <a:endParaRPr lang="en-US"/>
        </a:p>
      </dgm:t>
    </dgm:pt>
    <dgm:pt modelId="{B37B1DA4-F231-4212-B037-0A7B91EB437D}" type="sibTrans" cxnId="{16F9F649-0899-4AA1-A0FF-75BF3D0D1732}">
      <dgm:prSet/>
      <dgm:spPr/>
      <dgm:t>
        <a:bodyPr/>
        <a:lstStyle/>
        <a:p>
          <a:endParaRPr lang="en-US"/>
        </a:p>
      </dgm:t>
    </dgm:pt>
    <dgm:pt modelId="{DDD629ED-319E-42F5-B897-0065981338BC}">
      <dgm:prSet/>
      <dgm:spPr/>
      <dgm:t>
        <a:bodyPr/>
        <a:lstStyle/>
        <a:p>
          <a:r>
            <a:rPr lang="zh-TW"/>
            <a:t>問題解決思維</a:t>
          </a:r>
          <a:endParaRPr lang="en-US"/>
        </a:p>
      </dgm:t>
    </dgm:pt>
    <dgm:pt modelId="{EA006416-9041-4D6B-A274-74F4F8222DB3}" type="parTrans" cxnId="{C9642C46-DEA9-4001-90D2-C6286E4C281B}">
      <dgm:prSet/>
      <dgm:spPr/>
      <dgm:t>
        <a:bodyPr/>
        <a:lstStyle/>
        <a:p>
          <a:endParaRPr lang="en-US"/>
        </a:p>
      </dgm:t>
    </dgm:pt>
    <dgm:pt modelId="{CB642315-3C97-4559-8E66-F15704BAAD70}" type="sibTrans" cxnId="{C9642C46-DEA9-4001-90D2-C6286E4C281B}">
      <dgm:prSet/>
      <dgm:spPr/>
      <dgm:t>
        <a:bodyPr/>
        <a:lstStyle/>
        <a:p>
          <a:endParaRPr lang="en-US"/>
        </a:p>
      </dgm:t>
    </dgm:pt>
    <dgm:pt modelId="{16D78C51-C79A-4A4F-B36C-3D086DC99685}">
      <dgm:prSet/>
      <dgm:spPr/>
      <dgm:t>
        <a:bodyPr/>
        <a:lstStyle/>
        <a:p>
          <a:r>
            <a:rPr lang="zh-TW"/>
            <a:t>持續學習成長</a:t>
          </a:r>
          <a:endParaRPr lang="en-US"/>
        </a:p>
      </dgm:t>
    </dgm:pt>
    <dgm:pt modelId="{F1DCDCA3-86A5-4751-BC12-856B32683154}" type="parTrans" cxnId="{DD441A7F-63D6-4264-8FC0-DC7AA042C7EE}">
      <dgm:prSet/>
      <dgm:spPr/>
      <dgm:t>
        <a:bodyPr/>
        <a:lstStyle/>
        <a:p>
          <a:endParaRPr lang="en-US"/>
        </a:p>
      </dgm:t>
    </dgm:pt>
    <dgm:pt modelId="{BF352A38-C6EA-481E-8D1C-5B07586555C3}" type="sibTrans" cxnId="{DD441A7F-63D6-4264-8FC0-DC7AA042C7EE}">
      <dgm:prSet/>
      <dgm:spPr/>
      <dgm:t>
        <a:bodyPr/>
        <a:lstStyle/>
        <a:p>
          <a:endParaRPr lang="en-US"/>
        </a:p>
      </dgm:t>
    </dgm:pt>
    <dgm:pt modelId="{DB3CAE1E-A89C-4D11-9F7D-9C8435C31C82}" type="pres">
      <dgm:prSet presAssocID="{B426F24A-4FF1-41D4-90D8-0D0ABB454049}" presName="outerComposite" presStyleCnt="0">
        <dgm:presLayoutVars>
          <dgm:chMax val="5"/>
          <dgm:dir/>
          <dgm:resizeHandles val="exact"/>
        </dgm:presLayoutVars>
      </dgm:prSet>
      <dgm:spPr/>
    </dgm:pt>
    <dgm:pt modelId="{D147202C-12A3-41BC-B38C-1BF817AB2D52}" type="pres">
      <dgm:prSet presAssocID="{B426F24A-4FF1-41D4-90D8-0D0ABB454049}" presName="dummyMaxCanvas" presStyleCnt="0">
        <dgm:presLayoutVars/>
      </dgm:prSet>
      <dgm:spPr/>
    </dgm:pt>
    <dgm:pt modelId="{A3977CF4-3405-43E6-ADFF-F42865A60FEF}" type="pres">
      <dgm:prSet presAssocID="{B426F24A-4FF1-41D4-90D8-0D0ABB454049}" presName="FourNodes_1" presStyleLbl="node1" presStyleIdx="0" presStyleCnt="4">
        <dgm:presLayoutVars>
          <dgm:bulletEnabled val="1"/>
        </dgm:presLayoutVars>
      </dgm:prSet>
      <dgm:spPr/>
    </dgm:pt>
    <dgm:pt modelId="{4B8933A8-0E29-41C3-B4B6-86C0F57F3DCE}" type="pres">
      <dgm:prSet presAssocID="{B426F24A-4FF1-41D4-90D8-0D0ABB454049}" presName="FourNodes_2" presStyleLbl="node1" presStyleIdx="1" presStyleCnt="4">
        <dgm:presLayoutVars>
          <dgm:bulletEnabled val="1"/>
        </dgm:presLayoutVars>
      </dgm:prSet>
      <dgm:spPr/>
    </dgm:pt>
    <dgm:pt modelId="{C32092D9-3020-4515-A7AC-611454964D0F}" type="pres">
      <dgm:prSet presAssocID="{B426F24A-4FF1-41D4-90D8-0D0ABB454049}" presName="FourNodes_3" presStyleLbl="node1" presStyleIdx="2" presStyleCnt="4">
        <dgm:presLayoutVars>
          <dgm:bulletEnabled val="1"/>
        </dgm:presLayoutVars>
      </dgm:prSet>
      <dgm:spPr/>
    </dgm:pt>
    <dgm:pt modelId="{86F600F7-1808-4D31-948F-CCDA29134246}" type="pres">
      <dgm:prSet presAssocID="{B426F24A-4FF1-41D4-90D8-0D0ABB454049}" presName="FourNodes_4" presStyleLbl="node1" presStyleIdx="3" presStyleCnt="4">
        <dgm:presLayoutVars>
          <dgm:bulletEnabled val="1"/>
        </dgm:presLayoutVars>
      </dgm:prSet>
      <dgm:spPr/>
    </dgm:pt>
    <dgm:pt modelId="{045602AB-C3F9-4D1B-BBF4-AE2EF8F5AACE}" type="pres">
      <dgm:prSet presAssocID="{B426F24A-4FF1-41D4-90D8-0D0ABB454049}" presName="FourConn_1-2" presStyleLbl="fgAccFollowNode1" presStyleIdx="0" presStyleCnt="3">
        <dgm:presLayoutVars>
          <dgm:bulletEnabled val="1"/>
        </dgm:presLayoutVars>
      </dgm:prSet>
      <dgm:spPr/>
    </dgm:pt>
    <dgm:pt modelId="{42DE9E31-9061-4FDC-8B1C-610F7A74F4EE}" type="pres">
      <dgm:prSet presAssocID="{B426F24A-4FF1-41D4-90D8-0D0ABB454049}" presName="FourConn_2-3" presStyleLbl="fgAccFollowNode1" presStyleIdx="1" presStyleCnt="3">
        <dgm:presLayoutVars>
          <dgm:bulletEnabled val="1"/>
        </dgm:presLayoutVars>
      </dgm:prSet>
      <dgm:spPr/>
    </dgm:pt>
    <dgm:pt modelId="{8A6ACB4E-CF53-49EC-B4D8-AEE2EF5E62B7}" type="pres">
      <dgm:prSet presAssocID="{B426F24A-4FF1-41D4-90D8-0D0ABB454049}" presName="FourConn_3-4" presStyleLbl="fgAccFollowNode1" presStyleIdx="2" presStyleCnt="3">
        <dgm:presLayoutVars>
          <dgm:bulletEnabled val="1"/>
        </dgm:presLayoutVars>
      </dgm:prSet>
      <dgm:spPr/>
    </dgm:pt>
    <dgm:pt modelId="{80DA8E4B-6EA1-4751-A3B1-1E5208375E96}" type="pres">
      <dgm:prSet presAssocID="{B426F24A-4FF1-41D4-90D8-0D0ABB454049}" presName="FourNodes_1_text" presStyleLbl="node1" presStyleIdx="3" presStyleCnt="4">
        <dgm:presLayoutVars>
          <dgm:bulletEnabled val="1"/>
        </dgm:presLayoutVars>
      </dgm:prSet>
      <dgm:spPr/>
    </dgm:pt>
    <dgm:pt modelId="{3BD391F7-FE49-4F10-9FC9-EB74259F3088}" type="pres">
      <dgm:prSet presAssocID="{B426F24A-4FF1-41D4-90D8-0D0ABB454049}" presName="FourNodes_2_text" presStyleLbl="node1" presStyleIdx="3" presStyleCnt="4">
        <dgm:presLayoutVars>
          <dgm:bulletEnabled val="1"/>
        </dgm:presLayoutVars>
      </dgm:prSet>
      <dgm:spPr/>
    </dgm:pt>
    <dgm:pt modelId="{F8ED2F5F-1AB6-46A1-9F34-9C6D8988A844}" type="pres">
      <dgm:prSet presAssocID="{B426F24A-4FF1-41D4-90D8-0D0ABB454049}" presName="FourNodes_3_text" presStyleLbl="node1" presStyleIdx="3" presStyleCnt="4">
        <dgm:presLayoutVars>
          <dgm:bulletEnabled val="1"/>
        </dgm:presLayoutVars>
      </dgm:prSet>
      <dgm:spPr/>
    </dgm:pt>
    <dgm:pt modelId="{4B2D2F65-68F9-4EA5-AD69-58EE0FA581B7}" type="pres">
      <dgm:prSet presAssocID="{B426F24A-4FF1-41D4-90D8-0D0ABB454049}" presName="FourNodes_4_text" presStyleLbl="node1" presStyleIdx="3" presStyleCnt="4">
        <dgm:presLayoutVars>
          <dgm:bulletEnabled val="1"/>
        </dgm:presLayoutVars>
      </dgm:prSet>
      <dgm:spPr/>
    </dgm:pt>
  </dgm:ptLst>
  <dgm:cxnLst>
    <dgm:cxn modelId="{CFC83607-C813-4AFB-9B42-3A72DAB8C904}" type="presOf" srcId="{1829302A-A5BE-41E9-BEC1-762049FA971D}" destId="{4B8933A8-0E29-41C3-B4B6-86C0F57F3DCE}" srcOrd="0" destOrd="0" presId="urn:microsoft.com/office/officeart/2005/8/layout/vProcess5"/>
    <dgm:cxn modelId="{84CE6322-6D6F-434E-8FBA-F906BEB08D06}" type="presOf" srcId="{16D78C51-C79A-4A4F-B36C-3D086DC99685}" destId="{4B2D2F65-68F9-4EA5-AD69-58EE0FA581B7}" srcOrd="1" destOrd="0" presId="urn:microsoft.com/office/officeart/2005/8/layout/vProcess5"/>
    <dgm:cxn modelId="{4D37D062-CF35-41D7-8BF5-470CB3E30F5D}" type="presOf" srcId="{DDD629ED-319E-42F5-B897-0065981338BC}" destId="{C32092D9-3020-4515-A7AC-611454964D0F}" srcOrd="0" destOrd="0" presId="urn:microsoft.com/office/officeart/2005/8/layout/vProcess5"/>
    <dgm:cxn modelId="{C9642C46-DEA9-4001-90D2-C6286E4C281B}" srcId="{B426F24A-4FF1-41D4-90D8-0D0ABB454049}" destId="{DDD629ED-319E-42F5-B897-0065981338BC}" srcOrd="2" destOrd="0" parTransId="{EA006416-9041-4D6B-A274-74F4F8222DB3}" sibTransId="{CB642315-3C97-4559-8E66-F15704BAAD70}"/>
    <dgm:cxn modelId="{4E745969-C2B8-4E1F-B96B-808D1F2E2917}" type="presOf" srcId="{1829302A-A5BE-41E9-BEC1-762049FA971D}" destId="{3BD391F7-FE49-4F10-9FC9-EB74259F3088}" srcOrd="1" destOrd="0" presId="urn:microsoft.com/office/officeart/2005/8/layout/vProcess5"/>
    <dgm:cxn modelId="{16F9F649-0899-4AA1-A0FF-75BF3D0D1732}" srcId="{B426F24A-4FF1-41D4-90D8-0D0ABB454049}" destId="{1829302A-A5BE-41E9-BEC1-762049FA971D}" srcOrd="1" destOrd="0" parTransId="{75808561-21F2-43A5-A525-AE0BC2AE6026}" sibTransId="{B37B1DA4-F231-4212-B037-0A7B91EB437D}"/>
    <dgm:cxn modelId="{F381AF6F-BC72-4143-9E45-9B53D76CE7B7}" srcId="{B426F24A-4FF1-41D4-90D8-0D0ABB454049}" destId="{CCAAC224-D5EE-4F96-8D1E-62C0B03C7734}" srcOrd="0" destOrd="0" parTransId="{ABB65079-2C97-4F87-B22B-58C5272B27C3}" sibTransId="{E6897F81-19EB-4043-81B9-49F10A8AB66B}"/>
    <dgm:cxn modelId="{BB54BC7E-25BD-45FE-8B39-F9E697036D88}" type="presOf" srcId="{B426F24A-4FF1-41D4-90D8-0D0ABB454049}" destId="{DB3CAE1E-A89C-4D11-9F7D-9C8435C31C82}" srcOrd="0" destOrd="0" presId="urn:microsoft.com/office/officeart/2005/8/layout/vProcess5"/>
    <dgm:cxn modelId="{DD441A7F-63D6-4264-8FC0-DC7AA042C7EE}" srcId="{B426F24A-4FF1-41D4-90D8-0D0ABB454049}" destId="{16D78C51-C79A-4A4F-B36C-3D086DC99685}" srcOrd="3" destOrd="0" parTransId="{F1DCDCA3-86A5-4751-BC12-856B32683154}" sibTransId="{BF352A38-C6EA-481E-8D1C-5B07586555C3}"/>
    <dgm:cxn modelId="{4088C892-EB86-4256-9802-405D8A8914AE}" type="presOf" srcId="{DDD629ED-319E-42F5-B897-0065981338BC}" destId="{F8ED2F5F-1AB6-46A1-9F34-9C6D8988A844}" srcOrd="1" destOrd="0" presId="urn:microsoft.com/office/officeart/2005/8/layout/vProcess5"/>
    <dgm:cxn modelId="{102DFB93-0E62-48BA-8A1C-27FFFD42BB4B}" type="presOf" srcId="{E6897F81-19EB-4043-81B9-49F10A8AB66B}" destId="{045602AB-C3F9-4D1B-BBF4-AE2EF8F5AACE}" srcOrd="0" destOrd="0" presId="urn:microsoft.com/office/officeart/2005/8/layout/vProcess5"/>
    <dgm:cxn modelId="{55F3739D-E030-4378-9AE6-93BD24558C1F}" type="presOf" srcId="{CCAAC224-D5EE-4F96-8D1E-62C0B03C7734}" destId="{A3977CF4-3405-43E6-ADFF-F42865A60FEF}" srcOrd="0" destOrd="0" presId="urn:microsoft.com/office/officeart/2005/8/layout/vProcess5"/>
    <dgm:cxn modelId="{5C9758A3-6383-42A0-9BCD-0D3FA5752949}" type="presOf" srcId="{16D78C51-C79A-4A4F-B36C-3D086DC99685}" destId="{86F600F7-1808-4D31-948F-CCDA29134246}" srcOrd="0" destOrd="0" presId="urn:microsoft.com/office/officeart/2005/8/layout/vProcess5"/>
    <dgm:cxn modelId="{4B7F7FA8-131E-4521-91EE-B5AD85ECB1C7}" type="presOf" srcId="{CB642315-3C97-4559-8E66-F15704BAAD70}" destId="{8A6ACB4E-CF53-49EC-B4D8-AEE2EF5E62B7}" srcOrd="0" destOrd="0" presId="urn:microsoft.com/office/officeart/2005/8/layout/vProcess5"/>
    <dgm:cxn modelId="{6235F9E3-6316-442C-950C-669E55FC1A98}" type="presOf" srcId="{CCAAC224-D5EE-4F96-8D1E-62C0B03C7734}" destId="{80DA8E4B-6EA1-4751-A3B1-1E5208375E96}" srcOrd="1" destOrd="0" presId="urn:microsoft.com/office/officeart/2005/8/layout/vProcess5"/>
    <dgm:cxn modelId="{F02272EA-9248-4E74-B629-64F8ED65C355}" type="presOf" srcId="{B37B1DA4-F231-4212-B037-0A7B91EB437D}" destId="{42DE9E31-9061-4FDC-8B1C-610F7A74F4EE}" srcOrd="0" destOrd="0" presId="urn:microsoft.com/office/officeart/2005/8/layout/vProcess5"/>
    <dgm:cxn modelId="{911A52E0-EF23-498A-A986-E8079C25B88D}" type="presParOf" srcId="{DB3CAE1E-A89C-4D11-9F7D-9C8435C31C82}" destId="{D147202C-12A3-41BC-B38C-1BF817AB2D52}" srcOrd="0" destOrd="0" presId="urn:microsoft.com/office/officeart/2005/8/layout/vProcess5"/>
    <dgm:cxn modelId="{B36942E9-1F2F-4272-B29E-F177B1DB1B77}" type="presParOf" srcId="{DB3CAE1E-A89C-4D11-9F7D-9C8435C31C82}" destId="{A3977CF4-3405-43E6-ADFF-F42865A60FEF}" srcOrd="1" destOrd="0" presId="urn:microsoft.com/office/officeart/2005/8/layout/vProcess5"/>
    <dgm:cxn modelId="{1D14FD0D-BB31-4F57-99A6-CCEA4B30FC7C}" type="presParOf" srcId="{DB3CAE1E-A89C-4D11-9F7D-9C8435C31C82}" destId="{4B8933A8-0E29-41C3-B4B6-86C0F57F3DCE}" srcOrd="2" destOrd="0" presId="urn:microsoft.com/office/officeart/2005/8/layout/vProcess5"/>
    <dgm:cxn modelId="{7F033648-C7DC-41E0-9C50-036C7E14A79A}" type="presParOf" srcId="{DB3CAE1E-A89C-4D11-9F7D-9C8435C31C82}" destId="{C32092D9-3020-4515-A7AC-611454964D0F}" srcOrd="3" destOrd="0" presId="urn:microsoft.com/office/officeart/2005/8/layout/vProcess5"/>
    <dgm:cxn modelId="{5E4E729B-C587-450E-B38B-8F46FED83C5B}" type="presParOf" srcId="{DB3CAE1E-A89C-4D11-9F7D-9C8435C31C82}" destId="{86F600F7-1808-4D31-948F-CCDA29134246}" srcOrd="4" destOrd="0" presId="urn:microsoft.com/office/officeart/2005/8/layout/vProcess5"/>
    <dgm:cxn modelId="{B8CB64E3-D9CC-404C-88ED-318669618760}" type="presParOf" srcId="{DB3CAE1E-A89C-4D11-9F7D-9C8435C31C82}" destId="{045602AB-C3F9-4D1B-BBF4-AE2EF8F5AACE}" srcOrd="5" destOrd="0" presId="urn:microsoft.com/office/officeart/2005/8/layout/vProcess5"/>
    <dgm:cxn modelId="{4AB3DA11-2FB3-47F6-A625-BD2531AC2C8F}" type="presParOf" srcId="{DB3CAE1E-A89C-4D11-9F7D-9C8435C31C82}" destId="{42DE9E31-9061-4FDC-8B1C-610F7A74F4EE}" srcOrd="6" destOrd="0" presId="urn:microsoft.com/office/officeart/2005/8/layout/vProcess5"/>
    <dgm:cxn modelId="{57EF0518-60B8-4953-B314-B8A7487BDCAE}" type="presParOf" srcId="{DB3CAE1E-A89C-4D11-9F7D-9C8435C31C82}" destId="{8A6ACB4E-CF53-49EC-B4D8-AEE2EF5E62B7}" srcOrd="7" destOrd="0" presId="urn:microsoft.com/office/officeart/2005/8/layout/vProcess5"/>
    <dgm:cxn modelId="{C0E3119B-6BDC-473A-8101-AA7D54C0B841}" type="presParOf" srcId="{DB3CAE1E-A89C-4D11-9F7D-9C8435C31C82}" destId="{80DA8E4B-6EA1-4751-A3B1-1E5208375E96}" srcOrd="8" destOrd="0" presId="urn:microsoft.com/office/officeart/2005/8/layout/vProcess5"/>
    <dgm:cxn modelId="{97E01BBC-D284-47C3-B74D-0B04B1B48E02}" type="presParOf" srcId="{DB3CAE1E-A89C-4D11-9F7D-9C8435C31C82}" destId="{3BD391F7-FE49-4F10-9FC9-EB74259F3088}" srcOrd="9" destOrd="0" presId="urn:microsoft.com/office/officeart/2005/8/layout/vProcess5"/>
    <dgm:cxn modelId="{CC62F900-CB19-4EDF-9D2A-E1C442097F60}" type="presParOf" srcId="{DB3CAE1E-A89C-4D11-9F7D-9C8435C31C82}" destId="{F8ED2F5F-1AB6-46A1-9F34-9C6D8988A844}" srcOrd="10" destOrd="0" presId="urn:microsoft.com/office/officeart/2005/8/layout/vProcess5"/>
    <dgm:cxn modelId="{482B042B-802C-4CB1-987B-0C0D9141E98E}" type="presParOf" srcId="{DB3CAE1E-A89C-4D11-9F7D-9C8435C31C82}" destId="{4B2D2F65-68F9-4EA5-AD69-58EE0FA581B7}" srcOrd="11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A8C567C-B63E-42B0-AF95-9AA60B699EFE}">
      <dsp:nvSpPr>
        <dsp:cNvPr id="0" name=""/>
        <dsp:cNvSpPr/>
      </dsp:nvSpPr>
      <dsp:spPr>
        <a:xfrm>
          <a:off x="134291" y="612"/>
          <a:ext cx="4332795" cy="275132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9CEB7FE-4176-4A54-A14A-2FF8E7DD282B}">
      <dsp:nvSpPr>
        <dsp:cNvPr id="0" name=""/>
        <dsp:cNvSpPr/>
      </dsp:nvSpPr>
      <dsp:spPr>
        <a:xfrm>
          <a:off x="615713" y="457963"/>
          <a:ext cx="4332795" cy="275132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4780" tIns="144780" rIns="144780" bIns="144780" numCol="1" spcCol="1270" anchor="ctr" anchorCtr="0">
          <a:noAutofit/>
        </a:bodyPr>
        <a:lstStyle/>
        <a:p>
          <a:pPr marL="0" lvl="0" indent="0" algn="ctr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sz="3800" kern="1200"/>
            <a:t>熱炒店線上點餐系統</a:t>
          </a:r>
          <a:endParaRPr lang="en-US" sz="3800" kern="1200"/>
        </a:p>
      </dsp:txBody>
      <dsp:txXfrm>
        <a:off x="696297" y="538547"/>
        <a:ext cx="4171627" cy="2590157"/>
      </dsp:txXfrm>
    </dsp:sp>
    <dsp:sp modelId="{3C62355D-9152-4DA0-9800-225215932509}">
      <dsp:nvSpPr>
        <dsp:cNvPr id="0" name=""/>
        <dsp:cNvSpPr/>
      </dsp:nvSpPr>
      <dsp:spPr>
        <a:xfrm>
          <a:off x="5429930" y="612"/>
          <a:ext cx="4332795" cy="275132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8851685-04B3-405E-A9F3-0CFA03541F66}">
      <dsp:nvSpPr>
        <dsp:cNvPr id="0" name=""/>
        <dsp:cNvSpPr/>
      </dsp:nvSpPr>
      <dsp:spPr>
        <a:xfrm>
          <a:off x="5911352" y="457963"/>
          <a:ext cx="4332795" cy="275132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4780" tIns="144780" rIns="144780" bIns="144780" numCol="1" spcCol="1270" anchor="ctr" anchorCtr="0">
          <a:noAutofit/>
        </a:bodyPr>
        <a:lstStyle/>
        <a:p>
          <a:pPr marL="0" lvl="0" indent="0" algn="ctr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sz="3800" kern="1200"/>
            <a:t>解決傳統餐廳尖峰時段點餐的 </a:t>
          </a:r>
          <a:r>
            <a:rPr lang="en-US" sz="3800" kern="1200"/>
            <a:t>Web </a:t>
          </a:r>
          <a:r>
            <a:rPr lang="zh-TW" sz="3800" kern="1200"/>
            <a:t>應用專案</a:t>
          </a:r>
          <a:endParaRPr lang="en-US" sz="3800" kern="1200"/>
        </a:p>
      </dsp:txBody>
      <dsp:txXfrm>
        <a:off x="5991936" y="538547"/>
        <a:ext cx="4171627" cy="259015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F2A63C4-63D3-41F9-8EEA-231D0249CB0E}">
      <dsp:nvSpPr>
        <dsp:cNvPr id="0" name=""/>
        <dsp:cNvSpPr/>
      </dsp:nvSpPr>
      <dsp:spPr>
        <a:xfrm>
          <a:off x="0" y="0"/>
          <a:ext cx="8175413" cy="1228044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sz="2400" kern="1200"/>
            <a:t>解決問題背景</a:t>
          </a:r>
          <a:endParaRPr lang="en-US" sz="2400" kern="1200"/>
        </a:p>
      </dsp:txBody>
      <dsp:txXfrm>
        <a:off x="35968" y="35968"/>
        <a:ext cx="6850257" cy="1156108"/>
      </dsp:txXfrm>
    </dsp:sp>
    <dsp:sp modelId="{36D75975-9F69-479C-9C34-A1BFF6F0746B}">
      <dsp:nvSpPr>
        <dsp:cNvPr id="0" name=""/>
        <dsp:cNvSpPr/>
      </dsp:nvSpPr>
      <dsp:spPr>
        <a:xfrm>
          <a:off x="721359" y="1432718"/>
          <a:ext cx="8175413" cy="1228044"/>
        </a:xfrm>
        <a:prstGeom prst="roundRect">
          <a:avLst>
            <a:gd name="adj" fmla="val 10000"/>
          </a:avLst>
        </a:prstGeom>
        <a:solidFill>
          <a:schemeClr val="accent2">
            <a:hueOff val="-1482143"/>
            <a:satOff val="7100"/>
            <a:lumOff val="6569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sz="2400" kern="1200"/>
            <a:t>模擬傳統餐廳在尖峰時段面臨的營運挑戰，包含電話接單困難與紙本點餐容易出錯等問題。</a:t>
          </a:r>
          <a:endParaRPr lang="en-US" sz="2400" kern="1200"/>
        </a:p>
      </dsp:txBody>
      <dsp:txXfrm>
        <a:off x="757327" y="1468686"/>
        <a:ext cx="6583888" cy="1156108"/>
      </dsp:txXfrm>
    </dsp:sp>
    <dsp:sp modelId="{BA576E53-80B5-4026-A362-72AAC2014021}">
      <dsp:nvSpPr>
        <dsp:cNvPr id="0" name=""/>
        <dsp:cNvSpPr/>
      </dsp:nvSpPr>
      <dsp:spPr>
        <a:xfrm>
          <a:off x="1442719" y="2865437"/>
          <a:ext cx="8175413" cy="1228044"/>
        </a:xfrm>
        <a:prstGeom prst="roundRect">
          <a:avLst>
            <a:gd name="adj" fmla="val 10000"/>
          </a:avLst>
        </a:prstGeom>
        <a:solidFill>
          <a:schemeClr val="accent2">
            <a:hueOff val="-2964286"/>
            <a:satOff val="14200"/>
            <a:lumOff val="13137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sz="2400" kern="1200"/>
            <a:t>透過開發</a:t>
          </a:r>
          <a:r>
            <a:rPr lang="en-US" sz="2400" kern="1200"/>
            <a:t>Web</a:t>
          </a:r>
          <a:r>
            <a:rPr lang="zh-TW" sz="2400" kern="1200"/>
            <a:t>介面協助顧客完成線上點餐流程，並提供店員端訂單管理功能，提升餐廳營運效率。</a:t>
          </a:r>
          <a:endParaRPr lang="en-US" sz="2400" kern="1200"/>
        </a:p>
      </dsp:txBody>
      <dsp:txXfrm>
        <a:off x="1478687" y="2901405"/>
        <a:ext cx="6583888" cy="1156108"/>
      </dsp:txXfrm>
    </dsp:sp>
    <dsp:sp modelId="{7FAEBEB4-83DA-49BB-B438-41F98CE8502D}">
      <dsp:nvSpPr>
        <dsp:cNvPr id="0" name=""/>
        <dsp:cNvSpPr/>
      </dsp:nvSpPr>
      <dsp:spPr>
        <a:xfrm>
          <a:off x="7377184" y="931267"/>
          <a:ext cx="798228" cy="798228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600" kern="1200"/>
        </a:p>
      </dsp:txBody>
      <dsp:txXfrm>
        <a:off x="7556785" y="931267"/>
        <a:ext cx="439026" cy="600667"/>
      </dsp:txXfrm>
    </dsp:sp>
    <dsp:sp modelId="{C1DB57F7-609F-4EDE-9979-CBEA1171EF53}">
      <dsp:nvSpPr>
        <dsp:cNvPr id="0" name=""/>
        <dsp:cNvSpPr/>
      </dsp:nvSpPr>
      <dsp:spPr>
        <a:xfrm>
          <a:off x="8098544" y="2355798"/>
          <a:ext cx="798228" cy="798228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-4091839"/>
            <a:satOff val="45107"/>
            <a:lumOff val="4296"/>
            <a:alphaOff val="0"/>
          </a:schemeClr>
        </a:solidFill>
        <a:ln w="19050" cap="rnd" cmpd="sng" algn="ctr">
          <a:solidFill>
            <a:schemeClr val="accent2">
              <a:tint val="40000"/>
              <a:alpha val="90000"/>
              <a:hueOff val="-4091839"/>
              <a:satOff val="45107"/>
              <a:lumOff val="4296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600" kern="1200"/>
        </a:p>
      </dsp:txBody>
      <dsp:txXfrm>
        <a:off x="8278145" y="2355798"/>
        <a:ext cx="439026" cy="600667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A8F9FCA-2BE6-46D5-8B2A-D4CC49C530AC}">
      <dsp:nvSpPr>
        <dsp:cNvPr id="0" name=""/>
        <dsp:cNvSpPr/>
      </dsp:nvSpPr>
      <dsp:spPr>
        <a:xfrm>
          <a:off x="0" y="53040"/>
          <a:ext cx="6628804" cy="754649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6000"/>
                <a:lumMod val="100000"/>
              </a:schemeClr>
            </a:gs>
            <a:gs pos="78000">
              <a:schemeClr val="accent2">
                <a:hueOff val="0"/>
                <a:satOff val="0"/>
                <a:lumOff val="0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Python Flask</a:t>
          </a:r>
        </a:p>
      </dsp:txBody>
      <dsp:txXfrm>
        <a:off x="36839" y="89879"/>
        <a:ext cx="6555126" cy="680971"/>
      </dsp:txXfrm>
    </dsp:sp>
    <dsp:sp modelId="{89BD203A-FCEF-47D3-AEFA-54FD57EB1C8C}">
      <dsp:nvSpPr>
        <dsp:cNvPr id="0" name=""/>
        <dsp:cNvSpPr/>
      </dsp:nvSpPr>
      <dsp:spPr>
        <a:xfrm>
          <a:off x="0" y="893356"/>
          <a:ext cx="6628804" cy="754649"/>
        </a:xfrm>
        <a:prstGeom prst="roundRect">
          <a:avLst/>
        </a:prstGeom>
        <a:gradFill rotWithShape="0">
          <a:gsLst>
            <a:gs pos="0">
              <a:schemeClr val="accent2">
                <a:hueOff val="-592857"/>
                <a:satOff val="2840"/>
                <a:lumOff val="2627"/>
                <a:alphaOff val="0"/>
                <a:tint val="96000"/>
                <a:lumMod val="100000"/>
              </a:schemeClr>
            </a:gs>
            <a:gs pos="78000">
              <a:schemeClr val="accent2">
                <a:hueOff val="-592857"/>
                <a:satOff val="2840"/>
                <a:lumOff val="2627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CSS</a:t>
          </a:r>
        </a:p>
      </dsp:txBody>
      <dsp:txXfrm>
        <a:off x="36839" y="930195"/>
        <a:ext cx="6555126" cy="680971"/>
      </dsp:txXfrm>
    </dsp:sp>
    <dsp:sp modelId="{22BFD369-0E31-4FFD-AE20-F74583E144DA}">
      <dsp:nvSpPr>
        <dsp:cNvPr id="0" name=""/>
        <dsp:cNvSpPr/>
      </dsp:nvSpPr>
      <dsp:spPr>
        <a:xfrm>
          <a:off x="0" y="1700580"/>
          <a:ext cx="6628804" cy="754649"/>
        </a:xfrm>
        <a:prstGeom prst="roundRect">
          <a:avLst/>
        </a:prstGeom>
        <a:gradFill rotWithShape="0">
          <a:gsLst>
            <a:gs pos="0">
              <a:schemeClr val="accent2">
                <a:hueOff val="-1185714"/>
                <a:satOff val="5680"/>
                <a:lumOff val="5255"/>
                <a:alphaOff val="0"/>
                <a:tint val="96000"/>
                <a:lumMod val="100000"/>
              </a:schemeClr>
            </a:gs>
            <a:gs pos="78000">
              <a:schemeClr val="accent2">
                <a:hueOff val="-1185714"/>
                <a:satOff val="5680"/>
                <a:lumOff val="5255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sz="2400" kern="1200"/>
            <a:t>後端框架與路由管理</a:t>
          </a:r>
          <a:endParaRPr lang="en-US" sz="2400" kern="1200"/>
        </a:p>
      </dsp:txBody>
      <dsp:txXfrm>
        <a:off x="36839" y="1737419"/>
        <a:ext cx="6555126" cy="680971"/>
      </dsp:txXfrm>
    </dsp:sp>
    <dsp:sp modelId="{8725B386-13B9-48AC-94D6-2AD5634DA655}">
      <dsp:nvSpPr>
        <dsp:cNvPr id="0" name=""/>
        <dsp:cNvSpPr/>
      </dsp:nvSpPr>
      <dsp:spPr>
        <a:xfrm>
          <a:off x="0" y="2524350"/>
          <a:ext cx="6628804" cy="754649"/>
        </a:xfrm>
        <a:prstGeom prst="roundRect">
          <a:avLst/>
        </a:prstGeom>
        <a:gradFill rotWithShape="0">
          <a:gsLst>
            <a:gs pos="0">
              <a:schemeClr val="accent2">
                <a:hueOff val="-1778572"/>
                <a:satOff val="8520"/>
                <a:lumOff val="7882"/>
                <a:alphaOff val="0"/>
                <a:tint val="96000"/>
                <a:lumMod val="100000"/>
              </a:schemeClr>
            </a:gs>
            <a:gs pos="78000">
              <a:schemeClr val="accent2">
                <a:hueOff val="-1778572"/>
                <a:satOff val="8520"/>
                <a:lumOff val="7882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SQLite</a:t>
          </a:r>
        </a:p>
      </dsp:txBody>
      <dsp:txXfrm>
        <a:off x="36839" y="2561189"/>
        <a:ext cx="6555126" cy="680971"/>
      </dsp:txXfrm>
    </dsp:sp>
    <dsp:sp modelId="{C7124B54-D1D6-453C-9C16-110C98150144}">
      <dsp:nvSpPr>
        <dsp:cNvPr id="0" name=""/>
        <dsp:cNvSpPr/>
      </dsp:nvSpPr>
      <dsp:spPr>
        <a:xfrm>
          <a:off x="0" y="3348120"/>
          <a:ext cx="6628804" cy="754649"/>
        </a:xfrm>
        <a:prstGeom prst="roundRect">
          <a:avLst/>
        </a:prstGeom>
        <a:gradFill rotWithShape="0">
          <a:gsLst>
            <a:gs pos="0">
              <a:schemeClr val="accent2">
                <a:hueOff val="-2371429"/>
                <a:satOff val="11360"/>
                <a:lumOff val="10510"/>
                <a:alphaOff val="0"/>
                <a:tint val="96000"/>
                <a:lumMod val="100000"/>
              </a:schemeClr>
            </a:gs>
            <a:gs pos="78000">
              <a:schemeClr val="accent2">
                <a:hueOff val="-2371429"/>
                <a:satOff val="11360"/>
                <a:lumOff val="10510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sz="2400" kern="1200"/>
            <a:t>資料儲存與管理</a:t>
          </a:r>
          <a:endParaRPr lang="en-US" sz="2400" kern="1200"/>
        </a:p>
      </dsp:txBody>
      <dsp:txXfrm>
        <a:off x="36839" y="3384959"/>
        <a:ext cx="6555126" cy="680971"/>
      </dsp:txXfrm>
    </dsp:sp>
    <dsp:sp modelId="{9E0317B1-711C-4009-918D-2E7CEE687C4B}">
      <dsp:nvSpPr>
        <dsp:cNvPr id="0" name=""/>
        <dsp:cNvSpPr/>
      </dsp:nvSpPr>
      <dsp:spPr>
        <a:xfrm>
          <a:off x="0" y="4171890"/>
          <a:ext cx="6628804" cy="754649"/>
        </a:xfrm>
        <a:prstGeom prst="roundRect">
          <a:avLst/>
        </a:prstGeom>
        <a:gradFill rotWithShape="0">
          <a:gsLst>
            <a:gs pos="0">
              <a:schemeClr val="accent2">
                <a:hueOff val="-2964286"/>
                <a:satOff val="14200"/>
                <a:lumOff val="13137"/>
                <a:alphaOff val="0"/>
                <a:tint val="96000"/>
                <a:lumMod val="100000"/>
              </a:schemeClr>
            </a:gs>
            <a:gs pos="78000">
              <a:schemeClr val="accent2">
                <a:hueOff val="-2964286"/>
                <a:satOff val="14200"/>
                <a:lumOff val="13137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Jinja2 + JS</a:t>
          </a:r>
        </a:p>
      </dsp:txBody>
      <dsp:txXfrm>
        <a:off x="36839" y="4208729"/>
        <a:ext cx="6555126" cy="680971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E4F06F1-0011-4A98-A496-F72187CDB67E}">
      <dsp:nvSpPr>
        <dsp:cNvPr id="0" name=""/>
        <dsp:cNvSpPr/>
      </dsp:nvSpPr>
      <dsp:spPr>
        <a:xfrm>
          <a:off x="7555" y="134149"/>
          <a:ext cx="2258210" cy="135492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sz="2200" kern="1200"/>
            <a:t>前端實作</a:t>
          </a:r>
          <a:endParaRPr lang="en-US" sz="2200" kern="1200"/>
        </a:p>
      </dsp:txBody>
      <dsp:txXfrm>
        <a:off x="47239" y="173833"/>
        <a:ext cx="2178842" cy="1275558"/>
      </dsp:txXfrm>
    </dsp:sp>
    <dsp:sp modelId="{72ACB655-546A-430F-A91E-4D2312234953}">
      <dsp:nvSpPr>
        <dsp:cNvPr id="0" name=""/>
        <dsp:cNvSpPr/>
      </dsp:nvSpPr>
      <dsp:spPr>
        <a:xfrm>
          <a:off x="2464488" y="531594"/>
          <a:ext cx="478740" cy="560036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800" kern="1200"/>
        </a:p>
      </dsp:txBody>
      <dsp:txXfrm>
        <a:off x="2464488" y="643601"/>
        <a:ext cx="335118" cy="336022"/>
      </dsp:txXfrm>
    </dsp:sp>
    <dsp:sp modelId="{2CAA13AE-2B93-4D8F-9BB0-4E21E9AFE96A}">
      <dsp:nvSpPr>
        <dsp:cNvPr id="0" name=""/>
        <dsp:cNvSpPr/>
      </dsp:nvSpPr>
      <dsp:spPr>
        <a:xfrm>
          <a:off x="3169050" y="134149"/>
          <a:ext cx="2258210" cy="135492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Jinja2</a:t>
          </a:r>
          <a:r>
            <a:rPr lang="zh-TW" sz="2200" kern="1200" dirty="0"/>
            <a:t>模板呈現動態頁面內容</a:t>
          </a:r>
          <a:endParaRPr lang="en-US" sz="2200" kern="1200" dirty="0"/>
        </a:p>
      </dsp:txBody>
      <dsp:txXfrm>
        <a:off x="3208734" y="173833"/>
        <a:ext cx="2178842" cy="1275558"/>
      </dsp:txXfrm>
    </dsp:sp>
    <dsp:sp modelId="{5286F4CD-8312-4959-8233-E9D5FCA47833}">
      <dsp:nvSpPr>
        <dsp:cNvPr id="0" name=""/>
        <dsp:cNvSpPr/>
      </dsp:nvSpPr>
      <dsp:spPr>
        <a:xfrm>
          <a:off x="5625983" y="531594"/>
          <a:ext cx="478740" cy="560036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800" kern="1200"/>
        </a:p>
      </dsp:txBody>
      <dsp:txXfrm>
        <a:off x="5625983" y="643601"/>
        <a:ext cx="335118" cy="336022"/>
      </dsp:txXfrm>
    </dsp:sp>
    <dsp:sp modelId="{F1308B07-3444-47F3-95E2-79DF5C9291DF}">
      <dsp:nvSpPr>
        <dsp:cNvPr id="0" name=""/>
        <dsp:cNvSpPr/>
      </dsp:nvSpPr>
      <dsp:spPr>
        <a:xfrm>
          <a:off x="6330545" y="134149"/>
          <a:ext cx="2258210" cy="135492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2200" kern="1200" dirty="0"/>
            <a:t>會員登入頁</a:t>
          </a:r>
          <a:endParaRPr lang="en-US" sz="2200" kern="1200" dirty="0"/>
        </a:p>
      </dsp:txBody>
      <dsp:txXfrm>
        <a:off x="6370229" y="173833"/>
        <a:ext cx="2178842" cy="1275558"/>
      </dsp:txXfrm>
    </dsp:sp>
    <dsp:sp modelId="{7E453D1D-06FE-425F-ADA8-4977671B55CD}">
      <dsp:nvSpPr>
        <dsp:cNvPr id="0" name=""/>
        <dsp:cNvSpPr/>
      </dsp:nvSpPr>
      <dsp:spPr>
        <a:xfrm rot="5400000">
          <a:off x="7220280" y="1647151"/>
          <a:ext cx="478740" cy="560036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800" kern="1200"/>
        </a:p>
      </dsp:txBody>
      <dsp:txXfrm rot="-5400000">
        <a:off x="7291639" y="1687799"/>
        <a:ext cx="336022" cy="335118"/>
      </dsp:txXfrm>
    </dsp:sp>
    <dsp:sp modelId="{BD693E03-C3BF-4E66-B019-6BFB8437BA52}">
      <dsp:nvSpPr>
        <dsp:cNvPr id="0" name=""/>
        <dsp:cNvSpPr/>
      </dsp:nvSpPr>
      <dsp:spPr>
        <a:xfrm>
          <a:off x="6330545" y="2392360"/>
          <a:ext cx="2258210" cy="135492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JavaScript</a:t>
          </a:r>
          <a:r>
            <a:rPr lang="zh-TW" sz="2200" kern="1200" dirty="0"/>
            <a:t>實作購物車互動功能</a:t>
          </a:r>
          <a:endParaRPr lang="en-US" sz="2200" kern="1200" dirty="0"/>
        </a:p>
      </dsp:txBody>
      <dsp:txXfrm>
        <a:off x="6370229" y="2432044"/>
        <a:ext cx="2178842" cy="1275558"/>
      </dsp:txXfrm>
    </dsp:sp>
    <dsp:sp modelId="{6DF0F5E1-F657-442D-A696-5AD36EBDB91A}">
      <dsp:nvSpPr>
        <dsp:cNvPr id="0" name=""/>
        <dsp:cNvSpPr/>
      </dsp:nvSpPr>
      <dsp:spPr>
        <a:xfrm rot="10800000">
          <a:off x="5653082" y="2789805"/>
          <a:ext cx="478740" cy="560036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800" kern="1200"/>
        </a:p>
      </dsp:txBody>
      <dsp:txXfrm rot="10800000">
        <a:off x="5796704" y="2901812"/>
        <a:ext cx="335118" cy="336022"/>
      </dsp:txXfrm>
    </dsp:sp>
    <dsp:sp modelId="{CAEBBB8B-3F30-4E6D-BEEE-CC4B7FC83350}">
      <dsp:nvSpPr>
        <dsp:cNvPr id="0" name=""/>
        <dsp:cNvSpPr/>
      </dsp:nvSpPr>
      <dsp:spPr>
        <a:xfrm>
          <a:off x="3169050" y="2392360"/>
          <a:ext cx="2258210" cy="135492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sz="2200" kern="1200"/>
            <a:t>即時金額計算與數量調整</a:t>
          </a:r>
          <a:endParaRPr lang="en-US" sz="2200" kern="1200"/>
        </a:p>
      </dsp:txBody>
      <dsp:txXfrm>
        <a:off x="3208734" y="2432044"/>
        <a:ext cx="2178842" cy="1275558"/>
      </dsp:txXfrm>
    </dsp:sp>
    <dsp:sp modelId="{D9F9420C-6C0A-4798-BEDF-65EACEA709F8}">
      <dsp:nvSpPr>
        <dsp:cNvPr id="0" name=""/>
        <dsp:cNvSpPr/>
      </dsp:nvSpPr>
      <dsp:spPr>
        <a:xfrm rot="10800000">
          <a:off x="2491587" y="2789805"/>
          <a:ext cx="478740" cy="560036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800" kern="1200"/>
        </a:p>
      </dsp:txBody>
      <dsp:txXfrm rot="10800000">
        <a:off x="2635209" y="2901812"/>
        <a:ext cx="335118" cy="336022"/>
      </dsp:txXfrm>
    </dsp:sp>
    <dsp:sp modelId="{EC892FB3-FF69-49D1-A20D-C3526E84FB22}">
      <dsp:nvSpPr>
        <dsp:cNvPr id="0" name=""/>
        <dsp:cNvSpPr/>
      </dsp:nvSpPr>
      <dsp:spPr>
        <a:xfrm>
          <a:off x="7555" y="2392360"/>
          <a:ext cx="2258210" cy="135492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sz="2200" kern="1200"/>
            <a:t>前端表單與後端資料整合</a:t>
          </a:r>
          <a:endParaRPr lang="en-US" sz="2200" kern="1200"/>
        </a:p>
      </dsp:txBody>
      <dsp:txXfrm>
        <a:off x="47239" y="2432044"/>
        <a:ext cx="2178842" cy="1275558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2697A6E-0333-43E3-9C63-66B335FD331B}">
      <dsp:nvSpPr>
        <dsp:cNvPr id="0" name=""/>
        <dsp:cNvSpPr/>
      </dsp:nvSpPr>
      <dsp:spPr>
        <a:xfrm>
          <a:off x="0" y="433560"/>
          <a:ext cx="6628804" cy="961155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6000"/>
                <a:lumMod val="100000"/>
              </a:schemeClr>
            </a:gs>
            <a:gs pos="78000">
              <a:schemeClr val="accent2">
                <a:hueOff val="0"/>
                <a:satOff val="0"/>
                <a:lumOff val="0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sz="3100" kern="1200"/>
            <a:t>使用</a:t>
          </a:r>
          <a:r>
            <a:rPr lang="en-US" sz="3100" kern="1200"/>
            <a:t>Python Flask</a:t>
          </a:r>
          <a:r>
            <a:rPr lang="zh-TW" sz="3100" kern="1200"/>
            <a:t>建立</a:t>
          </a:r>
          <a:r>
            <a:rPr lang="en-US" sz="3100" kern="1200"/>
            <a:t>Web</a:t>
          </a:r>
          <a:r>
            <a:rPr lang="zh-TW" sz="3100" kern="1200"/>
            <a:t>應用架構</a:t>
          </a:r>
          <a:endParaRPr lang="en-US" sz="3100" kern="1200"/>
        </a:p>
      </dsp:txBody>
      <dsp:txXfrm>
        <a:off x="46920" y="480480"/>
        <a:ext cx="6534964" cy="867315"/>
      </dsp:txXfrm>
    </dsp:sp>
    <dsp:sp modelId="{62B5AB93-4B6A-42C9-B909-081308B9A276}">
      <dsp:nvSpPr>
        <dsp:cNvPr id="0" name=""/>
        <dsp:cNvSpPr/>
      </dsp:nvSpPr>
      <dsp:spPr>
        <a:xfrm>
          <a:off x="0" y="1483995"/>
          <a:ext cx="6628804" cy="961155"/>
        </a:xfrm>
        <a:prstGeom prst="roundRect">
          <a:avLst/>
        </a:prstGeom>
        <a:gradFill rotWithShape="0">
          <a:gsLst>
            <a:gs pos="0">
              <a:schemeClr val="accent2">
                <a:hueOff val="-988095"/>
                <a:satOff val="4733"/>
                <a:lumOff val="4379"/>
                <a:alphaOff val="0"/>
                <a:tint val="96000"/>
                <a:lumMod val="100000"/>
              </a:schemeClr>
            </a:gs>
            <a:gs pos="78000">
              <a:schemeClr val="accent2">
                <a:hueOff val="-988095"/>
                <a:satOff val="4733"/>
                <a:lumOff val="4379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sz="3100" kern="1200"/>
            <a:t>實作後端路由與</a:t>
          </a:r>
          <a:r>
            <a:rPr lang="en-US" sz="3100" kern="1200"/>
            <a:t>API</a:t>
          </a:r>
          <a:r>
            <a:rPr lang="zh-TW" sz="3100" kern="1200"/>
            <a:t>接口</a:t>
          </a:r>
          <a:endParaRPr lang="en-US" sz="3100" kern="1200"/>
        </a:p>
      </dsp:txBody>
      <dsp:txXfrm>
        <a:off x="46920" y="1530915"/>
        <a:ext cx="6534964" cy="867315"/>
      </dsp:txXfrm>
    </dsp:sp>
    <dsp:sp modelId="{FC577835-1C6B-411F-82C7-3C4E2932E8E9}">
      <dsp:nvSpPr>
        <dsp:cNvPr id="0" name=""/>
        <dsp:cNvSpPr/>
      </dsp:nvSpPr>
      <dsp:spPr>
        <a:xfrm>
          <a:off x="0" y="2534430"/>
          <a:ext cx="6628804" cy="961155"/>
        </a:xfrm>
        <a:prstGeom prst="roundRect">
          <a:avLst/>
        </a:prstGeom>
        <a:gradFill rotWithShape="0">
          <a:gsLst>
            <a:gs pos="0">
              <a:schemeClr val="accent2">
                <a:hueOff val="-1976191"/>
                <a:satOff val="9467"/>
                <a:lumOff val="8758"/>
                <a:alphaOff val="0"/>
                <a:tint val="96000"/>
                <a:lumMod val="100000"/>
              </a:schemeClr>
            </a:gs>
            <a:gs pos="78000">
              <a:schemeClr val="accent2">
                <a:hueOff val="-1976191"/>
                <a:satOff val="9467"/>
                <a:lumOff val="8758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SQLite</a:t>
          </a:r>
          <a:r>
            <a:rPr lang="zh-TW" sz="3100" kern="1200"/>
            <a:t>資料庫管理菜單與訂單資料</a:t>
          </a:r>
          <a:endParaRPr lang="en-US" sz="3100" kern="1200"/>
        </a:p>
      </dsp:txBody>
      <dsp:txXfrm>
        <a:off x="46920" y="2581350"/>
        <a:ext cx="6534964" cy="867315"/>
      </dsp:txXfrm>
    </dsp:sp>
    <dsp:sp modelId="{61D51416-B3F0-4A57-BC04-75367E47678A}">
      <dsp:nvSpPr>
        <dsp:cNvPr id="0" name=""/>
        <dsp:cNvSpPr/>
      </dsp:nvSpPr>
      <dsp:spPr>
        <a:xfrm>
          <a:off x="0" y="3584865"/>
          <a:ext cx="6628804" cy="961155"/>
        </a:xfrm>
        <a:prstGeom prst="roundRect">
          <a:avLst/>
        </a:prstGeom>
        <a:gradFill rotWithShape="0">
          <a:gsLst>
            <a:gs pos="0">
              <a:schemeClr val="accent2">
                <a:hueOff val="-2964286"/>
                <a:satOff val="14200"/>
                <a:lumOff val="13137"/>
                <a:alphaOff val="0"/>
                <a:tint val="96000"/>
                <a:lumMod val="100000"/>
              </a:schemeClr>
            </a:gs>
            <a:gs pos="78000">
              <a:schemeClr val="accent2">
                <a:hueOff val="-2964286"/>
                <a:satOff val="14200"/>
                <a:lumOff val="13137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sz="3100" kern="1200"/>
            <a:t>購物車資料處理與狀態管理</a:t>
          </a:r>
          <a:endParaRPr lang="en-US" sz="3100" kern="1200"/>
        </a:p>
      </dsp:txBody>
      <dsp:txXfrm>
        <a:off x="46920" y="3631785"/>
        <a:ext cx="6534964" cy="867315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3977CF4-3405-43E6-ADFF-F42865A60FEF}">
      <dsp:nvSpPr>
        <dsp:cNvPr id="0" name=""/>
        <dsp:cNvSpPr/>
      </dsp:nvSpPr>
      <dsp:spPr>
        <a:xfrm>
          <a:off x="0" y="0"/>
          <a:ext cx="7694506" cy="900566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sz="1600" kern="1200"/>
            <a:t>此專案展現了從問題識別到技術解決方案的完整開發流程，結合前端用戶體驗設計與後端資料處理技術， 創建了實用的餐廳數位化解決方案。</a:t>
          </a:r>
          <a:endParaRPr lang="en-US" sz="1600" kern="1200"/>
        </a:p>
      </dsp:txBody>
      <dsp:txXfrm>
        <a:off x="26377" y="26377"/>
        <a:ext cx="6646626" cy="847812"/>
      </dsp:txXfrm>
    </dsp:sp>
    <dsp:sp modelId="{4B8933A8-0E29-41C3-B4B6-86C0F57F3DCE}">
      <dsp:nvSpPr>
        <dsp:cNvPr id="0" name=""/>
        <dsp:cNvSpPr/>
      </dsp:nvSpPr>
      <dsp:spPr>
        <a:xfrm>
          <a:off x="644414" y="1064305"/>
          <a:ext cx="7694506" cy="900566"/>
        </a:xfrm>
        <a:prstGeom prst="roundRect">
          <a:avLst>
            <a:gd name="adj" fmla="val 10000"/>
          </a:avLst>
        </a:prstGeom>
        <a:solidFill>
          <a:schemeClr val="accent2">
            <a:hueOff val="-988095"/>
            <a:satOff val="4733"/>
            <a:lumOff val="4379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sz="1600" kern="1200"/>
            <a:t>全端開發能力</a:t>
          </a:r>
          <a:endParaRPr lang="en-US" sz="1600" kern="1200"/>
        </a:p>
      </dsp:txBody>
      <dsp:txXfrm>
        <a:off x="670791" y="1090682"/>
        <a:ext cx="6411969" cy="847812"/>
      </dsp:txXfrm>
    </dsp:sp>
    <dsp:sp modelId="{C32092D9-3020-4515-A7AC-611454964D0F}">
      <dsp:nvSpPr>
        <dsp:cNvPr id="0" name=""/>
        <dsp:cNvSpPr/>
      </dsp:nvSpPr>
      <dsp:spPr>
        <a:xfrm>
          <a:off x="1279211" y="2128610"/>
          <a:ext cx="7694506" cy="900566"/>
        </a:xfrm>
        <a:prstGeom prst="roundRect">
          <a:avLst>
            <a:gd name="adj" fmla="val 10000"/>
          </a:avLst>
        </a:prstGeom>
        <a:solidFill>
          <a:schemeClr val="accent2">
            <a:hueOff val="-1976191"/>
            <a:satOff val="9467"/>
            <a:lumOff val="8758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sz="1600" kern="1200"/>
            <a:t>問題解決思維</a:t>
          </a:r>
          <a:endParaRPr lang="en-US" sz="1600" kern="1200"/>
        </a:p>
      </dsp:txBody>
      <dsp:txXfrm>
        <a:off x="1305588" y="2154987"/>
        <a:ext cx="6421587" cy="847812"/>
      </dsp:txXfrm>
    </dsp:sp>
    <dsp:sp modelId="{86F600F7-1808-4D31-948F-CCDA29134246}">
      <dsp:nvSpPr>
        <dsp:cNvPr id="0" name=""/>
        <dsp:cNvSpPr/>
      </dsp:nvSpPr>
      <dsp:spPr>
        <a:xfrm>
          <a:off x="1923626" y="3192915"/>
          <a:ext cx="7694506" cy="900566"/>
        </a:xfrm>
        <a:prstGeom prst="roundRect">
          <a:avLst>
            <a:gd name="adj" fmla="val 10000"/>
          </a:avLst>
        </a:prstGeom>
        <a:solidFill>
          <a:schemeClr val="accent2">
            <a:hueOff val="-2964286"/>
            <a:satOff val="14200"/>
            <a:lumOff val="13137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sz="1600" kern="1200"/>
            <a:t>持續學習成長</a:t>
          </a:r>
          <a:endParaRPr lang="en-US" sz="1600" kern="1200"/>
        </a:p>
      </dsp:txBody>
      <dsp:txXfrm>
        <a:off x="1950003" y="3219292"/>
        <a:ext cx="6411969" cy="847812"/>
      </dsp:txXfrm>
    </dsp:sp>
    <dsp:sp modelId="{045602AB-C3F9-4D1B-BBF4-AE2EF8F5AACE}">
      <dsp:nvSpPr>
        <dsp:cNvPr id="0" name=""/>
        <dsp:cNvSpPr/>
      </dsp:nvSpPr>
      <dsp:spPr>
        <a:xfrm>
          <a:off x="7109138" y="689751"/>
          <a:ext cx="585367" cy="585367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700" kern="1200"/>
        </a:p>
      </dsp:txBody>
      <dsp:txXfrm>
        <a:off x="7240846" y="689751"/>
        <a:ext cx="321951" cy="440489"/>
      </dsp:txXfrm>
    </dsp:sp>
    <dsp:sp modelId="{42DE9E31-9061-4FDC-8B1C-610F7A74F4EE}">
      <dsp:nvSpPr>
        <dsp:cNvPr id="0" name=""/>
        <dsp:cNvSpPr/>
      </dsp:nvSpPr>
      <dsp:spPr>
        <a:xfrm>
          <a:off x="7753553" y="1754057"/>
          <a:ext cx="585367" cy="585367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-2045920"/>
            <a:satOff val="22554"/>
            <a:lumOff val="2148"/>
            <a:alphaOff val="0"/>
          </a:schemeClr>
        </a:solidFill>
        <a:ln w="19050" cap="rnd" cmpd="sng" algn="ctr">
          <a:solidFill>
            <a:schemeClr val="accent2">
              <a:tint val="40000"/>
              <a:alpha val="90000"/>
              <a:hueOff val="-2045920"/>
              <a:satOff val="22554"/>
              <a:lumOff val="2148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700" kern="1200"/>
        </a:p>
      </dsp:txBody>
      <dsp:txXfrm>
        <a:off x="7885261" y="1754057"/>
        <a:ext cx="321951" cy="440489"/>
      </dsp:txXfrm>
    </dsp:sp>
    <dsp:sp modelId="{8A6ACB4E-CF53-49EC-B4D8-AEE2EF5E62B7}">
      <dsp:nvSpPr>
        <dsp:cNvPr id="0" name=""/>
        <dsp:cNvSpPr/>
      </dsp:nvSpPr>
      <dsp:spPr>
        <a:xfrm>
          <a:off x="8388350" y="2818362"/>
          <a:ext cx="585367" cy="585367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-4091839"/>
            <a:satOff val="45107"/>
            <a:lumOff val="4296"/>
            <a:alphaOff val="0"/>
          </a:schemeClr>
        </a:solidFill>
        <a:ln w="19050" cap="rnd" cmpd="sng" algn="ctr">
          <a:solidFill>
            <a:schemeClr val="accent2">
              <a:tint val="40000"/>
              <a:alpha val="90000"/>
              <a:hueOff val="-4091839"/>
              <a:satOff val="45107"/>
              <a:lumOff val="4296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700" kern="1200"/>
        </a:p>
      </dsp:txBody>
      <dsp:txXfrm>
        <a:off x="8520058" y="2818362"/>
        <a:ext cx="321951" cy="44048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process5">
  <dgm:title val=""/>
  <dgm:desc val=""/>
  <dgm:catLst>
    <dgm:cat type="process" pri="17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revDir"/>
          <dgm:param type="bkpt" val="endCnv"/>
        </dgm:alg>
      </dgm:if>
      <dgm:else name="Name2">
        <dgm:alg type="snake">
          <dgm:param type="grDir" val="tR"/>
          <dgm:param type="flowDir" val="row"/>
          <dgm:param type="contDir" val="rev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4"/>
      <dgm:constr type="sp" refType="w" refFor="ch" refForName="sibTrans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按一下以編輯母片子標題樣式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83F57E-D942-4199-ACFB-63966F415D26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7B669D-A6C5-4EEB-A61C-C7456C2E9B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70788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83F57E-D942-4199-ACFB-63966F415D26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7B669D-A6C5-4EEB-A61C-C7456C2E9B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8569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83F57E-D942-4199-ACFB-63966F415D26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7B669D-A6C5-4EEB-A61C-C7456C2E9B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29722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83F57E-D942-4199-ACFB-63966F415D26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7B669D-A6C5-4EEB-A61C-C7456C2E9B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76472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83F57E-D942-4199-ACFB-63966F415D26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7B669D-A6C5-4EEB-A61C-C7456C2E9B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69165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83F57E-D942-4199-ACFB-63966F415D26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7B669D-A6C5-4EEB-A61C-C7456C2E9B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87574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83F57E-D942-4199-ACFB-63966F415D26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7B669D-A6C5-4EEB-A61C-C7456C2E9B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41611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83F57E-D942-4199-ACFB-63966F415D26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7B669D-A6C5-4EEB-A61C-C7456C2E9B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4707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83F57E-D942-4199-ACFB-63966F415D26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7B669D-A6C5-4EEB-A61C-C7456C2E9B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33052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標題與輔助字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83F57E-D942-4199-ACFB-63966F415D26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7B669D-A6C5-4EEB-A61C-C7456C2E9B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232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述 (含輔助字幕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83F57E-D942-4199-ACFB-63966F415D26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7B669D-A6C5-4EEB-A61C-C7456C2E9B4B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5350051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83F57E-D942-4199-ACFB-63966F415D26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7B669D-A6C5-4EEB-A61C-C7456C2E9B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230831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述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83F57E-D942-4199-ACFB-63966F415D26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7B669D-A6C5-4EEB-A61C-C7456C2E9B4B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64309209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是非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83F57E-D942-4199-ACFB-63966F415D26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7B669D-A6C5-4EEB-A61C-C7456C2E9B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163207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83F57E-D942-4199-ACFB-63966F415D26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7B669D-A6C5-4EEB-A61C-C7456C2E9B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031417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83F57E-D942-4199-ACFB-63966F415D26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7B669D-A6C5-4EEB-A61C-C7456C2E9B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76357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83F57E-D942-4199-ACFB-63966F415D26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2F7B669D-A6C5-4EEB-A61C-C7456C2E9B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48028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0" r:id="rId1"/>
    <p:sldLayoutId id="2147483761" r:id="rId2"/>
    <p:sldLayoutId id="2147483762" r:id="rId3"/>
    <p:sldLayoutId id="2147483763" r:id="rId4"/>
    <p:sldLayoutId id="2147483764" r:id="rId5"/>
    <p:sldLayoutId id="2147483765" r:id="rId6"/>
    <p:sldLayoutId id="2147483766" r:id="rId7"/>
    <p:sldLayoutId id="2147483767" r:id="rId8"/>
    <p:sldLayoutId id="2147483768" r:id="rId9"/>
    <p:sldLayoutId id="2147483769" r:id="rId10"/>
    <p:sldLayoutId id="2147483770" r:id="rId11"/>
    <p:sldLayoutId id="2147483771" r:id="rId12"/>
    <p:sldLayoutId id="2147483772" r:id="rId13"/>
    <p:sldLayoutId id="2147483773" r:id="rId14"/>
    <p:sldLayoutId id="2147483774" r:id="rId15"/>
    <p:sldLayoutId id="2147483775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文字方塊 6">
            <a:extLst>
              <a:ext uri="{FF2B5EF4-FFF2-40B4-BE49-F238E27FC236}">
                <a16:creationId xmlns:a16="http://schemas.microsoft.com/office/drawing/2014/main" id="{712F5910-E119-E908-4D9D-1EC753D33D5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6425457"/>
              </p:ext>
            </p:extLst>
          </p:nvPr>
        </p:nvGraphicFramePr>
        <p:xfrm>
          <a:off x="682492" y="1561012"/>
          <a:ext cx="10378440" cy="320990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070143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ADDD2A82-4F95-0D57-B29B-F30AA2656D3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86933" y="609600"/>
            <a:ext cx="10197494" cy="1099457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rPr lang="zh-TW" altLang="en-US" dirty="0"/>
              <a:t>專案概述</a:t>
            </a:r>
            <a:endParaRPr lang="en-US" dirty="0"/>
          </a:p>
        </p:txBody>
      </p:sp>
      <p:graphicFrame>
        <p:nvGraphicFramePr>
          <p:cNvPr id="8" name="內容版面配置區 2">
            <a:extLst>
              <a:ext uri="{FF2B5EF4-FFF2-40B4-BE49-F238E27FC236}">
                <a16:creationId xmlns:a16="http://schemas.microsoft.com/office/drawing/2014/main" id="{DCE7AD2A-A0DC-943D-D910-F064EF47037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26564316"/>
              </p:ext>
            </p:extLst>
          </p:nvPr>
        </p:nvGraphicFramePr>
        <p:xfrm>
          <a:off x="1286933" y="1948543"/>
          <a:ext cx="9618133" cy="409348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6885018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9ABDAA7-734C-A5F8-471F-1EF6FE83CF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2481" y="1382486"/>
            <a:ext cx="3547581" cy="4093028"/>
          </a:xfrm>
        </p:spPr>
        <p:txBody>
          <a:bodyPr anchor="ctr">
            <a:normAutofit/>
          </a:bodyPr>
          <a:lstStyle/>
          <a:p>
            <a:r>
              <a:rPr lang="zh-TW" altLang="en-US" sz="4400" dirty="0"/>
              <a:t>核心技術指標</a:t>
            </a:r>
            <a:br>
              <a:rPr lang="en-US" sz="4400" dirty="0"/>
            </a:br>
            <a:endParaRPr lang="en-US" sz="4400" dirty="0"/>
          </a:p>
        </p:txBody>
      </p:sp>
      <p:graphicFrame>
        <p:nvGraphicFramePr>
          <p:cNvPr id="5" name="內容版面配置區 2">
            <a:extLst>
              <a:ext uri="{FF2B5EF4-FFF2-40B4-BE49-F238E27FC236}">
                <a16:creationId xmlns:a16="http://schemas.microsoft.com/office/drawing/2014/main" id="{19B13336-2C31-C3DA-F1ED-2CE4363C32D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88823580"/>
              </p:ext>
            </p:extLst>
          </p:nvPr>
        </p:nvGraphicFramePr>
        <p:xfrm>
          <a:off x="4916553" y="944563"/>
          <a:ext cx="6628804" cy="497958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7491684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7929980-4477-D897-60AC-AC79E2E80A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技術架構設計</a:t>
            </a:r>
            <a:br>
              <a:rPr lang="zh-TW" altLang="en-US" dirty="0"/>
            </a:br>
            <a:endParaRPr lang="en-US" dirty="0"/>
          </a:p>
        </p:txBody>
      </p:sp>
      <p:graphicFrame>
        <p:nvGraphicFramePr>
          <p:cNvPr id="7" name="內容版面配置區 2">
            <a:extLst>
              <a:ext uri="{FF2B5EF4-FFF2-40B4-BE49-F238E27FC236}">
                <a16:creationId xmlns:a16="http://schemas.microsoft.com/office/drawing/2014/main" id="{1123B75B-BB90-0DB5-FC0D-7598E7CBDEC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08347220"/>
              </p:ext>
            </p:extLst>
          </p:nvPr>
        </p:nvGraphicFramePr>
        <p:xfrm>
          <a:off x="677863" y="2160588"/>
          <a:ext cx="8596312" cy="38814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1632887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D252C1A-8A52-EF41-8ED0-3535D72AAA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2481" y="1382486"/>
            <a:ext cx="3547581" cy="4093028"/>
          </a:xfrm>
        </p:spPr>
        <p:txBody>
          <a:bodyPr anchor="ctr">
            <a:normAutofit/>
          </a:bodyPr>
          <a:lstStyle/>
          <a:p>
            <a:r>
              <a:rPr lang="zh-TW" altLang="en-US" sz="4400"/>
              <a:t>後端架構</a:t>
            </a:r>
            <a:br>
              <a:rPr lang="zh-TW" altLang="en-US" sz="4400"/>
            </a:br>
            <a:endParaRPr lang="en-US" sz="4400"/>
          </a:p>
        </p:txBody>
      </p:sp>
      <p:graphicFrame>
        <p:nvGraphicFramePr>
          <p:cNvPr id="5" name="內容版面配置區 2">
            <a:extLst>
              <a:ext uri="{FF2B5EF4-FFF2-40B4-BE49-F238E27FC236}">
                <a16:creationId xmlns:a16="http://schemas.microsoft.com/office/drawing/2014/main" id="{6FCA7F9C-4B35-9D0F-F2D3-3F155490D6B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44398317"/>
              </p:ext>
            </p:extLst>
          </p:nvPr>
        </p:nvGraphicFramePr>
        <p:xfrm>
          <a:off x="4916553" y="944563"/>
          <a:ext cx="6628804" cy="497958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890843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D0531DF-113B-DB21-58BA-39938F2A42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9734" y="897622"/>
            <a:ext cx="5799665" cy="5105850"/>
          </a:xfrm>
        </p:spPr>
        <p:txBody>
          <a:bodyPr vert="horz" lIns="91440" tIns="45720" rIns="91440" bIns="45720" rtlCol="0" anchor="ctr">
            <a:normAutofit fontScale="90000"/>
          </a:bodyPr>
          <a:lstStyle/>
          <a:p>
            <a:r>
              <a:rPr lang="zh-TW" altLang="en-US" sz="2700" dirty="0"/>
              <a:t>功能開發流程</a:t>
            </a:r>
            <a:br>
              <a:rPr lang="en-ID" altLang="zh-TW" sz="2700" dirty="0"/>
            </a:br>
            <a:r>
              <a:rPr lang="zh-TW" altLang="en-US" sz="2700" dirty="0"/>
              <a:t>會員登入系統</a:t>
            </a:r>
            <a:br>
              <a:rPr lang="zh-TW" altLang="en-US" sz="2700" dirty="0"/>
            </a:br>
            <a:r>
              <a:rPr lang="zh-TW" altLang="en-US" sz="2700" dirty="0"/>
              <a:t>瀏覽菜單功能</a:t>
            </a:r>
            <a:br>
              <a:rPr lang="zh-TW" altLang="en-US" sz="2700" dirty="0"/>
            </a:br>
            <a:r>
              <a:rPr lang="zh-TW" altLang="en-US" sz="2700" dirty="0"/>
              <a:t>顧客可以瀏覽餐廳完整菜單，查看菜品詳細資訊與價格</a:t>
            </a:r>
            <a:br>
              <a:rPr lang="zh-TW" altLang="en-US" sz="2700" dirty="0"/>
            </a:br>
            <a:br>
              <a:rPr lang="zh-TW" altLang="en-US" sz="2700" dirty="0"/>
            </a:br>
            <a:r>
              <a:rPr lang="zh-TW" altLang="en-US" sz="2700" dirty="0"/>
              <a:t>購物車管理</a:t>
            </a:r>
            <a:br>
              <a:rPr lang="zh-TW" altLang="en-US" sz="2700" dirty="0"/>
            </a:br>
            <a:r>
              <a:rPr lang="zh-TW" altLang="en-US" sz="2700" dirty="0"/>
              <a:t>支援加入購物車、數量調整與即時金額計算功能</a:t>
            </a:r>
            <a:br>
              <a:rPr lang="zh-TW" altLang="en-US" sz="2700" dirty="0"/>
            </a:br>
            <a:br>
              <a:rPr lang="zh-TW" altLang="en-US" sz="2700" dirty="0"/>
            </a:br>
            <a:r>
              <a:rPr lang="zh-TW" altLang="en-US" sz="2700" dirty="0"/>
              <a:t>訂單確認與送出</a:t>
            </a:r>
            <a:br>
              <a:rPr lang="en-ID" altLang="zh-TW" sz="2700" dirty="0"/>
            </a:br>
            <a:r>
              <a:rPr lang="zh-TW" altLang="en-US" sz="2700" dirty="0"/>
              <a:t>店員端管理系統</a:t>
            </a:r>
            <a:br>
              <a:rPr lang="zh-TW" altLang="en-US" sz="2700" dirty="0"/>
            </a:br>
            <a:r>
              <a:rPr lang="zh-TW" altLang="en-US" sz="2700" dirty="0"/>
              <a:t>設計專門的店員介面，可查看訂單內容與管理訂單狀態</a:t>
            </a:r>
            <a:br>
              <a:rPr lang="zh-TW" altLang="en-US" dirty="0"/>
            </a:br>
            <a:endParaRPr lang="en-US" sz="3300" dirty="0"/>
          </a:p>
        </p:txBody>
      </p:sp>
    </p:spTree>
    <p:extLst>
      <p:ext uri="{BB962C8B-B14F-4D97-AF65-F5344CB8AC3E}">
        <p14:creationId xmlns:p14="http://schemas.microsoft.com/office/powerpoint/2010/main" val="24246445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89D229F-F075-994E-8FD1-F7C60DADD7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914401"/>
            <a:ext cx="8596668" cy="5126962"/>
          </a:xfrm>
        </p:spPr>
        <p:txBody>
          <a:bodyPr/>
          <a:lstStyle/>
          <a:p>
            <a:r>
              <a:rPr lang="zh-TW" altLang="en-US" sz="2000" b="1" dirty="0"/>
              <a:t>技術學習重點</a:t>
            </a:r>
          </a:p>
          <a:p>
            <a:r>
              <a:rPr lang="zh-TW" altLang="en-US" dirty="0"/>
              <a:t>全端開發整合</a:t>
            </a:r>
          </a:p>
          <a:p>
            <a:r>
              <a:rPr lang="zh-TW" altLang="en-US" dirty="0"/>
              <a:t>練習將前端表單、</a:t>
            </a:r>
            <a:r>
              <a:rPr lang="en-US" altLang="zh-TW" dirty="0"/>
              <a:t>Flask</a:t>
            </a:r>
            <a:r>
              <a:rPr lang="zh-TW" altLang="en-US" dirty="0"/>
              <a:t>後端與</a:t>
            </a:r>
            <a:r>
              <a:rPr lang="en-US" altLang="zh-TW" dirty="0"/>
              <a:t>SQLite</a:t>
            </a:r>
            <a:r>
              <a:rPr lang="zh-TW" altLang="en-US" dirty="0"/>
              <a:t>資料庫進行完整整合，建立完整的</a:t>
            </a:r>
            <a:r>
              <a:rPr lang="en-US" altLang="zh-TW" dirty="0"/>
              <a:t>Web</a:t>
            </a:r>
            <a:r>
              <a:rPr lang="zh-TW" altLang="en-US" dirty="0"/>
              <a:t>應用程式。</a:t>
            </a:r>
          </a:p>
          <a:p>
            <a:r>
              <a:rPr lang="zh-TW" altLang="en-US" dirty="0"/>
              <a:t>涵蓋前後端資料流通、資料庫設計與用戶介面開發</a:t>
            </a:r>
          </a:p>
          <a:p>
            <a:r>
              <a:rPr lang="zh-TW" altLang="en-US" b="1" dirty="0"/>
              <a:t>實務問題解決</a:t>
            </a:r>
          </a:p>
          <a:p>
            <a:r>
              <a:rPr lang="zh-TW" altLang="en-US" dirty="0"/>
              <a:t>模擬真實餐廳營運情境，透過技術手段解決傳統點餐流程的效率問題。</a:t>
            </a:r>
          </a:p>
          <a:p>
            <a:r>
              <a:rPr lang="zh-TW" altLang="en-US" dirty="0"/>
              <a:t>提升對商業需求分析與技術實作的理解能力</a:t>
            </a:r>
          </a:p>
        </p:txBody>
      </p:sp>
    </p:spTree>
    <p:extLst>
      <p:ext uri="{BB962C8B-B14F-4D97-AF65-F5344CB8AC3E}">
        <p14:creationId xmlns:p14="http://schemas.microsoft.com/office/powerpoint/2010/main" val="15443210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Straight Connector 7">
            <a:extLst>
              <a:ext uri="{FF2B5EF4-FFF2-40B4-BE49-F238E27FC236}">
                <a16:creationId xmlns:a16="http://schemas.microsoft.com/office/drawing/2014/main" id="{0B5F7E3B-C5F1-40E0-A491-558BAFBC11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241804" y="1460500"/>
            <a:ext cx="0" cy="3937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標題 1">
            <a:extLst>
              <a:ext uri="{FF2B5EF4-FFF2-40B4-BE49-F238E27FC236}">
                <a16:creationId xmlns:a16="http://schemas.microsoft.com/office/drawing/2014/main" id="{75A14614-A111-F0FF-75C0-63D1A4F2E9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7" y="816638"/>
            <a:ext cx="3367359" cy="5224724"/>
          </a:xfrm>
        </p:spPr>
        <p:txBody>
          <a:bodyPr anchor="ctr">
            <a:normAutofit/>
          </a:bodyPr>
          <a:lstStyle/>
          <a:p>
            <a:r>
              <a:rPr lang="en-US"/>
              <a:t>新增標題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03C5404-997C-55D7-0F8B-70E584B1D60D}"/>
              </a:ext>
            </a:extLst>
          </p:cNvPr>
          <p:cNvSpPr>
            <a:spLocks noGrp="1"/>
          </p:cNvSpPr>
          <p:nvPr>
            <p:ph idx="1"/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Block"/>
                    <p202:designTag name="ARCH:1:VSVAR" val="TitledTextBox"/>
                  </p202:designTagLst>
                </p202:designPr>
              </p:ext>
            </p:extLst>
          </p:nvPr>
        </p:nvSpPr>
        <p:spPr>
          <a:xfrm>
            <a:off x="4654295" y="816638"/>
            <a:ext cx="4619706" cy="5224724"/>
          </a:xfrm>
        </p:spPr>
        <p:txBody>
          <a:bodyPr>
            <a:normAutofit/>
          </a:bodyPr>
          <a:lstStyle/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sz="1400" b="1"/>
              <a:t>新增子標題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rPr sz="1400"/>
              <a:t>提供關於此主題的一般資訊，以添加深度和清晰度。撰寫無須大聲朗讀的簡短有趣的參照重點。</a:t>
            </a:r>
          </a:p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sz="1400" b="1"/>
              <a:t>新增子標題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rPr sz="1400"/>
              <a:t>提供關於此主題的一般資訊，以添加深度和清晰度。撰寫無須大聲朗讀的簡短有趣的參照重點。</a:t>
            </a:r>
          </a:p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sz="1400" b="1"/>
              <a:t>新增子標題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rPr sz="1400"/>
              <a:t>提供關於此主題的一般資訊，以添加深度和清晰度。撰寫無須大聲朗讀的簡短有趣的參照重點。</a:t>
            </a:r>
            <a:endParaRPr lang="en-US" sz="1400"/>
          </a:p>
        </p:txBody>
      </p:sp>
    </p:spTree>
    <p:extLst>
      <p:ext uri="{BB962C8B-B14F-4D97-AF65-F5344CB8AC3E}">
        <p14:creationId xmlns:p14="http://schemas.microsoft.com/office/powerpoint/2010/main" val="6943496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F43929F-C32B-513F-9DDF-FEEA06FD3F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6933" y="609600"/>
            <a:ext cx="10197494" cy="1099457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zh-TW" altLang="en-US"/>
              <a:t>專案價值與展望</a:t>
            </a:r>
            <a:br>
              <a:rPr lang="zh-TW" altLang="en-US"/>
            </a:br>
            <a:endParaRPr lang="en-US"/>
          </a:p>
        </p:txBody>
      </p:sp>
      <p:graphicFrame>
        <p:nvGraphicFramePr>
          <p:cNvPr id="18" name="內容版面配置區 2">
            <a:extLst>
              <a:ext uri="{FF2B5EF4-FFF2-40B4-BE49-F238E27FC236}">
                <a16:creationId xmlns:a16="http://schemas.microsoft.com/office/drawing/2014/main" id="{C91B8A57-42FA-A191-75B8-A46044807E1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95124721"/>
              </p:ext>
            </p:extLst>
          </p:nvPr>
        </p:nvGraphicFramePr>
        <p:xfrm>
          <a:off x="1286933" y="1948543"/>
          <a:ext cx="9618133" cy="409348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863284143"/>
      </p:ext>
    </p:extLst>
  </p:cSld>
  <p:clrMapOvr>
    <a:masterClrMapping/>
  </p:clrMapOvr>
</p:sld>
</file>

<file path=ppt/theme/theme1.xml><?xml version="1.0" encoding="utf-8"?>
<a:theme xmlns:a="http://schemas.openxmlformats.org/drawingml/2006/main" name="多面向">
  <a:themeElements>
    <a:clrScheme name="多面向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多面向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多面向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29</TotalTime>
  <Words>390</Words>
  <Application>Microsoft Office PowerPoint</Application>
  <PresentationFormat>寬螢幕</PresentationFormat>
  <Paragraphs>45</Paragraphs>
  <Slides>9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9</vt:i4>
      </vt:variant>
    </vt:vector>
  </HeadingPairs>
  <TitlesOfParts>
    <vt:vector size="13" baseType="lpstr">
      <vt:lpstr>Arial</vt:lpstr>
      <vt:lpstr>Trebuchet MS</vt:lpstr>
      <vt:lpstr>Wingdings 3</vt:lpstr>
      <vt:lpstr>多面向</vt:lpstr>
      <vt:lpstr>PowerPoint 簡報</vt:lpstr>
      <vt:lpstr>專案概述</vt:lpstr>
      <vt:lpstr>核心技術指標 </vt:lpstr>
      <vt:lpstr>技術架構設計 </vt:lpstr>
      <vt:lpstr>後端架構 </vt:lpstr>
      <vt:lpstr>功能開發流程 會員登入系統 瀏覽菜單功能 顧客可以瀏覽餐廳完整菜單，查看菜品詳細資訊與價格  購物車管理 支援加入購物車、數量調整與即時金額計算功能  訂單確認與送出 店員端管理系統 設計專門的店員介面，可查看訂單內容與管理訂單狀態 </vt:lpstr>
      <vt:lpstr>PowerPoint 簡報</vt:lpstr>
      <vt:lpstr>新增標題</vt:lpstr>
      <vt:lpstr>專案價值與展望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dd dd</dc:creator>
  <cp:lastModifiedBy>dd dd</cp:lastModifiedBy>
  <cp:revision>1</cp:revision>
  <dcterms:created xsi:type="dcterms:W3CDTF">2026-04-28T02:04:24Z</dcterms:created>
  <dcterms:modified xsi:type="dcterms:W3CDTF">2026-04-28T02:34:16Z</dcterms:modified>
</cp:coreProperties>
</file>